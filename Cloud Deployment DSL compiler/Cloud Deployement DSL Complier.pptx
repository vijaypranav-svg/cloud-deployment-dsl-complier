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2" r:id="rId3"/>
  </p:sldMasterIdLst>
  <p:sldIdLst>
    <p:sldId id="256" r:id="rId4"/>
    <p:sldId id="257" r:id="rId5"/>
    <p:sldId id="258" r:id="rId6"/>
    <p:sldId id="259" r:id="rId7"/>
    <p:sldId id="260" r:id="rId8"/>
    <p:sldId id="262" r:id="rId9"/>
    <p:sldId id="261" r:id="rId10"/>
    <p:sldId id="263" r:id="rId11"/>
    <p:sldId id="264" r:id="rId12"/>
    <p:sldId id="265" r:id="rId13"/>
    <p:sldId id="266" r:id="rId14"/>
    <p:sldId id="267" r:id="rId15"/>
    <p:sldId id="268" r:id="rId16"/>
    <p:sldId id="270" r:id="rId17"/>
    <p:sldId id="271" r:id="rId18"/>
    <p:sldId id="269" r:id="rId19"/>
  </p:sldIdLst>
  <p:sldSz cx="9144000" cy="6858000" type="screen4x3"/>
  <p:notesSz cx="7772400" cy="100584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3D4E5"/>
    <a:srgbClr val="A4A4A4"/>
    <a:srgbClr val="4590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294" autoAdjust="0"/>
    <p:restoredTop sz="94660"/>
  </p:normalViewPr>
  <p:slideViewPr>
    <p:cSldViewPr snapToGrid="0">
      <p:cViewPr varScale="1">
        <p:scale>
          <a:sx n="84" d="100"/>
          <a:sy n="84" d="100"/>
        </p:scale>
        <p:origin x="1349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tags" Target="../tags/tag2.xml"/><Relationship Id="rId3" Type="http://schemas.openxmlformats.org/officeDocument/2006/relationships/image" Target="../media/image3.png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6" Type="http://schemas.openxmlformats.org/officeDocument/2006/relationships/tags" Target="../tags/tag9.xml"/><Relationship Id="rId5" Type="http://schemas.openxmlformats.org/officeDocument/2006/relationships/tags" Target="../tags/tag8.xml"/><Relationship Id="rId4" Type="http://schemas.openxmlformats.org/officeDocument/2006/relationships/tags" Target="../tags/tag7.xml"/><Relationship Id="rId3" Type="http://schemas.openxmlformats.org/officeDocument/2006/relationships/tags" Target="../tags/tag6.xml"/><Relationship Id="rId2" Type="http://schemas.openxmlformats.org/officeDocument/2006/relationships/tags" Target="../tags/tag5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4" Type="http://schemas.openxmlformats.org/officeDocument/2006/relationships/tags" Target="../tags/tag11.xml"/><Relationship Id="rId3" Type="http://schemas.openxmlformats.org/officeDocument/2006/relationships/image" Target="../media/image4.png"/><Relationship Id="rId2" Type="http://schemas.openxmlformats.org/officeDocument/2006/relationships/tags" Target="../tags/tag10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image" Target="../media/image5.png"/><Relationship Id="rId2" Type="http://schemas.openxmlformats.org/officeDocument/2006/relationships/tags" Target="../tags/tag12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7" Type="http://schemas.openxmlformats.org/officeDocument/2006/relationships/tags" Target="../tags/tag20.xml"/><Relationship Id="rId6" Type="http://schemas.openxmlformats.org/officeDocument/2006/relationships/tags" Target="../tags/tag19.xml"/><Relationship Id="rId5" Type="http://schemas.openxmlformats.org/officeDocument/2006/relationships/tags" Target="../tags/tag18.xml"/><Relationship Id="rId4" Type="http://schemas.openxmlformats.org/officeDocument/2006/relationships/tags" Target="../tags/tag17.xml"/><Relationship Id="rId3" Type="http://schemas.openxmlformats.org/officeDocument/2006/relationships/tags" Target="../tags/tag16.xml"/><Relationship Id="rId2" Type="http://schemas.openxmlformats.org/officeDocument/2006/relationships/tags" Target="../tags/tag15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9" Type="http://schemas.openxmlformats.org/officeDocument/2006/relationships/tags" Target="../tags/tag28.xml"/><Relationship Id="rId8" Type="http://schemas.openxmlformats.org/officeDocument/2006/relationships/tags" Target="../tags/tag27.xml"/><Relationship Id="rId7" Type="http://schemas.openxmlformats.org/officeDocument/2006/relationships/tags" Target="../tags/tag26.xml"/><Relationship Id="rId6" Type="http://schemas.openxmlformats.org/officeDocument/2006/relationships/tags" Target="../tags/tag25.xml"/><Relationship Id="rId5" Type="http://schemas.openxmlformats.org/officeDocument/2006/relationships/tags" Target="../tags/tag24.xml"/><Relationship Id="rId4" Type="http://schemas.openxmlformats.org/officeDocument/2006/relationships/tags" Target="../tags/tag23.xml"/><Relationship Id="rId3" Type="http://schemas.openxmlformats.org/officeDocument/2006/relationships/tags" Target="../tags/tag22.xml"/><Relationship Id="rId2" Type="http://schemas.openxmlformats.org/officeDocument/2006/relationships/tags" Target="../tags/tag21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4" Type="http://schemas.openxmlformats.org/officeDocument/2006/relationships/tags" Target="../tags/tag35.xml"/><Relationship Id="rId3" Type="http://schemas.openxmlformats.org/officeDocument/2006/relationships/tags" Target="../tags/tag34.xml"/><Relationship Id="rId2" Type="http://schemas.openxmlformats.org/officeDocument/2006/relationships/tags" Target="../tags/tag33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5" Type="http://schemas.openxmlformats.org/officeDocument/2006/relationships/tags" Target="../tags/tag39.xml"/><Relationship Id="rId4" Type="http://schemas.openxmlformats.org/officeDocument/2006/relationships/tags" Target="../tags/tag38.xml"/><Relationship Id="rId3" Type="http://schemas.openxmlformats.org/officeDocument/2006/relationships/tags" Target="../tags/tag37.xml"/><Relationship Id="rId2" Type="http://schemas.openxmlformats.org/officeDocument/2006/relationships/tags" Target="../tags/tag36.xml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6" Type="http://schemas.openxmlformats.org/officeDocument/2006/relationships/tags" Target="../tags/tag44.xml"/><Relationship Id="rId5" Type="http://schemas.openxmlformats.org/officeDocument/2006/relationships/tags" Target="../tags/tag43.xml"/><Relationship Id="rId4" Type="http://schemas.openxmlformats.org/officeDocument/2006/relationships/tags" Target="../tags/tag42.xml"/><Relationship Id="rId3" Type="http://schemas.openxmlformats.org/officeDocument/2006/relationships/tags" Target="../tags/tag41.xml"/><Relationship Id="rId2" Type="http://schemas.openxmlformats.org/officeDocument/2006/relationships/tags" Target="../tags/tag40.xml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8" Type="http://schemas.openxmlformats.org/officeDocument/2006/relationships/tags" Target="../tags/tag50.xml"/><Relationship Id="rId7" Type="http://schemas.openxmlformats.org/officeDocument/2006/relationships/tags" Target="../tags/tag49.xml"/><Relationship Id="rId6" Type="http://schemas.openxmlformats.org/officeDocument/2006/relationships/tags" Target="../tags/tag48.xml"/><Relationship Id="rId5" Type="http://schemas.openxmlformats.org/officeDocument/2006/relationships/tags" Target="../tags/tag47.xml"/><Relationship Id="rId4" Type="http://schemas.openxmlformats.org/officeDocument/2006/relationships/tags" Target="../tags/tag46.xml"/><Relationship Id="rId3" Type="http://schemas.openxmlformats.org/officeDocument/2006/relationships/image" Target="../media/image6.png"/><Relationship Id="rId2" Type="http://schemas.openxmlformats.org/officeDocument/2006/relationships/tags" Target="../tags/tag45.xml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4AAD347D-5ACD-4C99-B74B-A9C85AD731AF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0" y="-1"/>
            <a:ext cx="9144000" cy="4572001"/>
          </a:xfrm>
          <a:prstGeom prst="rect">
            <a:avLst/>
          </a:prstGeom>
          <a:blipFill dpi="0" rotWithShape="1">
            <a:blip r:embed="rId2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133350" ty="-6350" sx="50000" sy="5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</a:fld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0" y="-1"/>
            <a:ext cx="9144000" cy="4572000"/>
          </a:xfrm>
          <a:prstGeom prst="rect">
            <a:avLst/>
          </a:prstGeom>
          <a:blipFill dpi="0" rotWithShape="1">
            <a:blip r:embed="rId2">
              <a:duotone>
                <a:schemeClr val="accent3">
                  <a:shade val="45000"/>
                  <a:satMod val="135000"/>
                </a:schemeClr>
                <a:prstClr val="white"/>
              </a:duotone>
            </a:blip>
            <a:srcRect/>
            <a:tile tx="-133350" ty="-6350" sx="50000" sy="5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2" name="Straight Connector 11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8096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1990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2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8096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91990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2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91990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768096" y="471509"/>
            <a:ext cx="329184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6250" y="822960"/>
            <a:ext cx="4258818" cy="518464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8096" y="2257506"/>
            <a:ext cx="329184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8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9141714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57950" y="4960138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762000"/>
            <a:ext cx="1971675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2951" y="762000"/>
            <a:ext cx="5686425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7543800" y="173563"/>
            <a:ext cx="0" cy="6858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MasterSlide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 hasCustomPrompt="1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>
              <a:defRPr>
                <a:latin typeface="+mj-lt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 hasCustomPrompt="1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  <a:lvl6pPr>
              <a:defRPr>
                <a:latin typeface="+mn-lt"/>
              </a:defRPr>
            </a:lvl6pPr>
            <a:lvl7pPr>
              <a:defRPr>
                <a:latin typeface="+mn-lt"/>
              </a:defRPr>
            </a:lvl7pPr>
          </a:lstStyle>
          <a:p>
            <a:pPr marL="431800" indent="-323850"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864235" lvl="1" indent="-323850">
              <a:spcBef>
                <a:spcPts val="113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1296035" lvl="2" indent="-288290"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1727835" lvl="3" indent="-215900">
              <a:spcBef>
                <a:spcPts val="56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2160270" lvl="4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2592070" lvl="5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3023870" lvl="6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MasterSlid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 hasCustomPrompt="1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>
              <a:defRPr>
                <a:latin typeface="+mj-lt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 hasCustomPrompt="1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  <a:lvl6pPr>
              <a:defRPr>
                <a:latin typeface="+mn-lt"/>
              </a:defRPr>
            </a:lvl6pPr>
            <a:lvl7pPr>
              <a:defRPr>
                <a:latin typeface="+mn-lt"/>
              </a:defRPr>
            </a:lvl7pPr>
          </a:lstStyle>
          <a:p>
            <a:pPr marL="431800" indent="-323850"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864235" lvl="1" indent="-323850">
              <a:spcBef>
                <a:spcPts val="113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1296035" lvl="2" indent="-288290"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1727835" lvl="3" indent="-215900">
              <a:spcBef>
                <a:spcPts val="56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2160270" lvl="4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2592070" lvl="5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  <a:p>
            <a:pPr marL="3023870" lvl="6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 panose="020B0604020202020204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 rotWithShape="1"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  <a:lum bright="12000" contrast="30000"/>
          </a:blip>
          <a:srcRect t="586" r="671" b="-1"/>
          <a:stretch>
            <a:fillRect/>
          </a:stretch>
        </p:blipFill>
        <p:spPr>
          <a:xfrm>
            <a:off x="0" y="846127"/>
            <a:ext cx="9144000" cy="5154623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4"/>
            </p:custDataLst>
          </p:nvPr>
        </p:nvSpPr>
        <p:spPr>
          <a:xfrm>
            <a:off x="628650" y="2336483"/>
            <a:ext cx="5566410" cy="1664018"/>
          </a:xfrm>
        </p:spPr>
        <p:txBody>
          <a:bodyPr anchor="t" anchorCtr="0">
            <a:normAutofit/>
          </a:bodyPr>
          <a:lstStyle>
            <a:lvl1pPr algn="l">
              <a:lnSpc>
                <a:spcPct val="100000"/>
              </a:lnSpc>
              <a:defRPr sz="3300">
                <a:solidFill>
                  <a:schemeClr val="lt1">
                    <a:lumMod val="100000"/>
                  </a:schemeClr>
                </a:solidFill>
                <a:latin typeface="+mj-lt"/>
                <a:sym typeface="Arial" panose="020B0604020202020204" pitchFamily="34" charset="0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5"/>
            </p:custDataLst>
          </p:nvPr>
        </p:nvSpPr>
        <p:spPr>
          <a:xfrm>
            <a:off x="628650" y="1569720"/>
            <a:ext cx="7886700" cy="761524"/>
          </a:xfrm>
        </p:spPr>
        <p:txBody>
          <a:bodyPr anchor="b">
            <a:normAutofit/>
          </a:bodyPr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accent1"/>
                </a:solidFill>
                <a:latin typeface="+mj-lt"/>
                <a:sym typeface="Arial" panose="020B0604020202020204" pitchFamily="34" charset="0"/>
              </a:defRPr>
            </a:lvl1pPr>
            <a:lvl2pPr marL="342900" indent="0" algn="ctr">
              <a:buNone/>
              <a:defRPr sz="1500">
                <a:latin typeface="+mj-lt"/>
              </a:defRPr>
            </a:lvl2pPr>
            <a:lvl3pPr marL="685800" indent="0" algn="ctr">
              <a:buNone/>
              <a:defRPr sz="1350">
                <a:latin typeface="+mj-lt"/>
              </a:defRPr>
            </a:lvl3pPr>
            <a:lvl4pPr marL="1028700" indent="0" algn="ctr">
              <a:buNone/>
              <a:defRPr sz="1200">
                <a:latin typeface="+mj-lt"/>
              </a:defRPr>
            </a:lvl4pPr>
            <a:lvl5pPr marL="1371600" indent="0" algn="ctr">
              <a:buNone/>
              <a:defRPr sz="1200">
                <a:latin typeface="+mj-lt"/>
              </a:defRPr>
            </a:lvl5pPr>
            <a:lvl6pPr marL="1714500" indent="0" algn="ctr">
              <a:buNone/>
              <a:defRPr sz="1200">
                <a:latin typeface="+mj-lt"/>
              </a:defRPr>
            </a:lvl6pPr>
            <a:lvl7pPr marL="2057400" indent="0" algn="ctr">
              <a:buNone/>
              <a:defRPr sz="1200">
                <a:latin typeface="+mj-lt"/>
              </a:defRPr>
            </a:lvl7pPr>
            <a:lvl8pPr marL="2400300" indent="0" algn="ctr">
              <a:buNone/>
              <a:defRPr sz="1200">
                <a:latin typeface="+mj-lt"/>
              </a:defRPr>
            </a:lvl8pPr>
            <a:lvl9pPr marL="2743200" indent="0" algn="ctr">
              <a:buNone/>
              <a:defRPr sz="1200">
                <a:latin typeface="+mj-lt"/>
              </a:defRPr>
            </a:lvl9pPr>
          </a:lstStyle>
          <a:p>
            <a:r>
              <a:rPr lang="en-US" dirty="0">
                <a:latin typeface="+mj-lt"/>
              </a:rPr>
              <a:t>Click to add subtitle</a:t>
            </a:r>
            <a:endParaRPr lang="en-US" dirty="0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6"/>
            </p:custDataLst>
          </p:nvPr>
        </p:nvSpPr>
        <p:spPr>
          <a:xfrm>
            <a:off x="628650" y="4002881"/>
            <a:ext cx="2057400" cy="394811"/>
          </a:xfrm>
        </p:spPr>
        <p:txBody>
          <a:bodyPr anchor="ctr">
            <a:normAutofit/>
          </a:bodyPr>
          <a:lstStyle>
            <a:lvl1pPr marL="0" indent="0" algn="l">
              <a:lnSpc>
                <a:spcPct val="100000"/>
              </a:lnSpc>
              <a:buNone/>
              <a:defRPr sz="1350">
                <a:solidFill>
                  <a:schemeClr val="lt1">
                    <a:lumMod val="100000"/>
                  </a:schemeClr>
                </a:solidFill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/>
        <p:txBody>
          <a:bodyPr/>
          <a:lstStyle>
            <a:lvl1pPr algn="l">
              <a:defRPr>
                <a:solidFill>
                  <a:schemeClr val="lt1">
                    <a:lumMod val="100000"/>
                  </a:schemeClr>
                </a:solidFill>
                <a:latin typeface="+mj-lt"/>
                <a:sym typeface="Arial" panose="020B0604020202020204" pitchFamily="34" charset="0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  <p:custDataLst>
              <p:tags r:id="rId3"/>
            </p:custDataLst>
          </p:nvPr>
        </p:nvSpPr>
        <p:spPr/>
        <p:txBody>
          <a:bodyPr/>
          <a:lstStyle>
            <a:lvl1pPr>
              <a:defRPr sz="1350">
                <a:solidFill>
                  <a:schemeClr val="lt1">
                    <a:lumMod val="100000"/>
                  </a:schemeClr>
                </a:solidFill>
                <a:latin typeface="+mn-lt"/>
                <a:sym typeface="Arial" panose="020B0604020202020204" pitchFamily="34" charset="0"/>
              </a:defRPr>
            </a:lvl1pPr>
            <a:lvl2pPr>
              <a:defRPr sz="1200">
                <a:solidFill>
                  <a:schemeClr val="lt1">
                    <a:lumMod val="100000"/>
                  </a:schemeClr>
                </a:solidFill>
                <a:latin typeface="+mn-lt"/>
              </a:defRPr>
            </a:lvl2pPr>
            <a:lvl3pPr>
              <a:defRPr sz="1050">
                <a:solidFill>
                  <a:schemeClr val="lt1">
                    <a:lumMod val="100000"/>
                  </a:schemeClr>
                </a:solidFill>
                <a:latin typeface="+mn-lt"/>
              </a:defRPr>
            </a:lvl3pPr>
            <a:lvl4pPr>
              <a:defRPr sz="900">
                <a:solidFill>
                  <a:schemeClr val="lt1">
                    <a:lumMod val="100000"/>
                  </a:schemeClr>
                </a:solidFill>
                <a:latin typeface="+mn-lt"/>
              </a:defRPr>
            </a:lvl4pPr>
            <a:lvl5pPr>
              <a:defRPr sz="900">
                <a:solidFill>
                  <a:schemeClr val="lt1">
                    <a:lumMod val="100000"/>
                  </a:schemeClr>
                </a:solidFill>
                <a:latin typeface="+mn-lt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Catalo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  <a:lum bright="6000" contrast="12000"/>
          </a:blip>
          <a:srcRect t="2579"/>
          <a:stretch>
            <a:fillRect/>
          </a:stretch>
        </p:blipFill>
        <p:spPr>
          <a:xfrm>
            <a:off x="0" y="865823"/>
            <a:ext cx="9144476" cy="5134928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466249" y="1423988"/>
            <a:ext cx="2445068" cy="4172903"/>
          </a:xfrm>
        </p:spPr>
        <p:txBody>
          <a:bodyPr anchor="t">
            <a:normAutofit/>
          </a:bodyPr>
          <a:lstStyle>
            <a:lvl1pPr>
              <a:defRPr sz="3300">
                <a:solidFill>
                  <a:schemeClr val="lt1">
                    <a:lumMod val="100000"/>
                  </a:schemeClr>
                </a:solidFill>
                <a:latin typeface="+mj-lt"/>
                <a:sym typeface="Arial" panose="020B0604020202020204" pitchFamily="34" charset="0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 rotWithShape="1"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  <a:lum bright="12000" contrast="24000"/>
          </a:blip>
          <a:srcRect t="1279" r="833"/>
          <a:stretch>
            <a:fillRect/>
          </a:stretch>
        </p:blipFill>
        <p:spPr>
          <a:xfrm>
            <a:off x="1" y="857250"/>
            <a:ext cx="9143999" cy="5132784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2925128" y="2528411"/>
            <a:ext cx="5468303" cy="2896076"/>
          </a:xfrm>
        </p:spPr>
        <p:txBody>
          <a:bodyPr anchor="t" anchorCtr="0">
            <a:normAutofit/>
          </a:bodyPr>
          <a:lstStyle>
            <a:lvl1pPr algn="r">
              <a:defRPr sz="3000">
                <a:solidFill>
                  <a:schemeClr val="lt1">
                    <a:lumMod val="100000"/>
                  </a:schemeClr>
                </a:solidFill>
                <a:latin typeface="+mj-lt"/>
                <a:sym typeface="Arial" panose="020B0604020202020204" pitchFamily="34" charset="0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8" name="节编号 3"/>
          <p:cNvSpPr>
            <a:spLocks noGrp="1"/>
          </p:cNvSpPr>
          <p:nvPr>
            <p:ph type="body" sz="quarter" idx="13" hasCustomPrompt="1"/>
            <p:custDataLst>
              <p:tags r:id="rId5"/>
            </p:custDataLst>
          </p:nvPr>
        </p:nvSpPr>
        <p:spPr>
          <a:xfrm>
            <a:off x="1534001" y="1459706"/>
            <a:ext cx="6858000" cy="1054418"/>
          </a:xfrm>
        </p:spPr>
        <p:txBody>
          <a:bodyPr wrap="none" tIns="0" rIns="0" bIns="0" anchor="b" anchorCtr="0">
            <a:normAutofit/>
          </a:bodyPr>
          <a:lstStyle>
            <a:lvl1pPr marL="0" indent="0" algn="r">
              <a:buNone/>
              <a:defRPr sz="6600" b="1">
                <a:solidFill>
                  <a:schemeClr val="accent1"/>
                </a:solidFill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/>
        <p:txBody>
          <a:bodyPr vert="horz" lIns="0" tIns="0" rIns="0" bIns="0" rtlCol="0" anchor="ctr">
            <a:normAutofit/>
          </a:bodyPr>
          <a:lstStyle>
            <a:lvl1pPr algn="l">
              <a:defRPr lang="en-US" dirty="0">
                <a:solidFill>
                  <a:schemeClr val="lt1">
                    <a:lumMod val="100000"/>
                  </a:schemeClr>
                </a:solidFill>
                <a:latin typeface="+mj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  <p:custDataLst>
              <p:tags r:id="rId3"/>
            </p:custDataLst>
          </p:nvPr>
        </p:nvSpPr>
        <p:spPr>
          <a:xfrm>
            <a:off x="521970" y="1833563"/>
            <a:ext cx="3992880" cy="3656888"/>
          </a:xfrm>
        </p:spPr>
        <p:txBody>
          <a:bodyPr/>
          <a:lstStyle>
            <a:lvl1pPr>
              <a:defRPr sz="1350">
                <a:solidFill>
                  <a:schemeClr val="lt1">
                    <a:lumMod val="100000"/>
                  </a:schemeClr>
                </a:solidFill>
                <a:latin typeface="+mn-lt"/>
                <a:sym typeface="Arial" panose="020B0604020202020204" pitchFamily="34" charset="0"/>
              </a:defRPr>
            </a:lvl1pPr>
            <a:lvl2pPr>
              <a:defRPr sz="1200">
                <a:solidFill>
                  <a:schemeClr val="lt1">
                    <a:lumMod val="100000"/>
                  </a:schemeClr>
                </a:solidFill>
                <a:latin typeface="+mn-lt"/>
              </a:defRPr>
            </a:lvl2pPr>
            <a:lvl3pPr>
              <a:defRPr sz="1050">
                <a:solidFill>
                  <a:schemeClr val="lt1">
                    <a:lumMod val="100000"/>
                  </a:schemeClr>
                </a:solidFill>
                <a:latin typeface="+mn-lt"/>
              </a:defRPr>
            </a:lvl3pPr>
            <a:lvl4pPr>
              <a:defRPr sz="900">
                <a:solidFill>
                  <a:schemeClr val="lt1">
                    <a:lumMod val="100000"/>
                  </a:schemeClr>
                </a:solidFill>
                <a:latin typeface="+mn-lt"/>
              </a:defRPr>
            </a:lvl4pPr>
            <a:lvl5pPr>
              <a:defRPr sz="900">
                <a:solidFill>
                  <a:schemeClr val="lt1">
                    <a:lumMod val="100000"/>
                  </a:schemeClr>
                </a:solidFill>
                <a:latin typeface="+mn-lt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  <p:custDataLst>
              <p:tags r:id="rId4"/>
            </p:custDataLst>
          </p:nvPr>
        </p:nvSpPr>
        <p:spPr>
          <a:xfrm>
            <a:off x="4629150" y="1833563"/>
            <a:ext cx="3992880" cy="3656888"/>
          </a:xfrm>
        </p:spPr>
        <p:txBody>
          <a:bodyPr/>
          <a:lstStyle>
            <a:lvl1pPr>
              <a:defRPr sz="1350">
                <a:solidFill>
                  <a:schemeClr val="lt1">
                    <a:lumMod val="100000"/>
                  </a:schemeClr>
                </a:solidFill>
                <a:latin typeface="+mn-lt"/>
                <a:sym typeface="Arial" panose="020B0604020202020204" pitchFamily="34" charset="0"/>
              </a:defRPr>
            </a:lvl1pPr>
            <a:lvl2pPr>
              <a:defRPr sz="1200">
                <a:solidFill>
                  <a:schemeClr val="lt1">
                    <a:lumMod val="100000"/>
                  </a:schemeClr>
                </a:solidFill>
                <a:latin typeface="+mn-lt"/>
              </a:defRPr>
            </a:lvl2pPr>
            <a:lvl3pPr>
              <a:defRPr sz="1050">
                <a:solidFill>
                  <a:schemeClr val="lt1">
                    <a:lumMod val="100000"/>
                  </a:schemeClr>
                </a:solidFill>
                <a:latin typeface="+mn-lt"/>
              </a:defRPr>
            </a:lvl3pPr>
            <a:lvl4pPr>
              <a:defRPr sz="900">
                <a:solidFill>
                  <a:schemeClr val="lt1">
                    <a:lumMod val="100000"/>
                  </a:schemeClr>
                </a:solidFill>
                <a:latin typeface="+mn-lt"/>
              </a:defRPr>
            </a:lvl4pPr>
            <a:lvl5pPr>
              <a:defRPr sz="900">
                <a:solidFill>
                  <a:schemeClr val="lt1">
                    <a:lumMod val="100000"/>
                  </a:schemeClr>
                </a:solidFill>
                <a:latin typeface="+mn-lt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523880" y="1057277"/>
            <a:ext cx="8096315" cy="647705"/>
          </a:xfrm>
        </p:spPr>
        <p:txBody>
          <a:bodyPr vert="horz" lIns="0" tIns="0" rIns="0" bIns="0" rtlCol="0" anchor="ctr">
            <a:normAutofit/>
          </a:bodyPr>
          <a:lstStyle>
            <a:lvl1pPr algn="l">
              <a:defRPr lang="en-US" dirty="0">
                <a:solidFill>
                  <a:schemeClr val="lt1">
                    <a:lumMod val="100000"/>
                  </a:schemeClr>
                </a:solidFill>
                <a:latin typeface="+mj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521970" y="1833563"/>
            <a:ext cx="3992880" cy="308477"/>
          </a:xfrm>
        </p:spPr>
        <p:txBody>
          <a:bodyPr anchor="b"/>
          <a:lstStyle>
            <a:lvl1pPr marL="0" indent="0">
              <a:buNone/>
              <a:defRPr sz="1800" b="1">
                <a:solidFill>
                  <a:schemeClr val="lt1">
                    <a:lumMod val="100000"/>
                  </a:schemeClr>
                </a:solidFill>
                <a:latin typeface="+mj-lt"/>
                <a:sym typeface="Arial" panose="020B0604020202020204" pitchFamily="34" charset="0"/>
              </a:defRPr>
            </a:lvl1pPr>
            <a:lvl2pPr marL="342900" indent="0">
              <a:buNone/>
              <a:defRPr sz="1500" b="1">
                <a:latin typeface="+mj-lt"/>
              </a:defRPr>
            </a:lvl2pPr>
            <a:lvl3pPr marL="685800" indent="0">
              <a:buNone/>
              <a:defRPr sz="1350" b="1">
                <a:latin typeface="+mj-lt"/>
              </a:defRPr>
            </a:lvl3pPr>
            <a:lvl4pPr marL="1028700" indent="0">
              <a:buNone/>
              <a:defRPr sz="1200" b="1">
                <a:latin typeface="+mj-lt"/>
              </a:defRPr>
            </a:lvl4pPr>
            <a:lvl5pPr marL="1371600" indent="0">
              <a:buNone/>
              <a:defRPr sz="1200" b="1">
                <a:latin typeface="+mj-lt"/>
              </a:defRPr>
            </a:lvl5pPr>
            <a:lvl6pPr marL="1714500" indent="0">
              <a:buNone/>
              <a:defRPr sz="1200" b="1">
                <a:latin typeface="+mj-lt"/>
              </a:defRPr>
            </a:lvl6pPr>
            <a:lvl7pPr marL="2057400" indent="0">
              <a:buNone/>
              <a:defRPr sz="1200" b="1">
                <a:latin typeface="+mj-lt"/>
              </a:defRPr>
            </a:lvl7pPr>
            <a:lvl8pPr marL="2400300" indent="0">
              <a:buNone/>
              <a:defRPr sz="1200" b="1">
                <a:latin typeface="+mj-lt"/>
              </a:defRPr>
            </a:lvl8pPr>
            <a:lvl9pPr marL="2743200" indent="0">
              <a:buNone/>
              <a:defRPr sz="1200" b="1">
                <a:latin typeface="+mj-lt"/>
              </a:defRPr>
            </a:lvl9pPr>
          </a:lstStyle>
          <a:p>
            <a:pPr lvl="0"/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  <p:custDataLst>
              <p:tags r:id="rId4"/>
            </p:custDataLst>
          </p:nvPr>
        </p:nvSpPr>
        <p:spPr>
          <a:xfrm>
            <a:off x="521970" y="2263574"/>
            <a:ext cx="3992880" cy="3225207"/>
          </a:xfrm>
        </p:spPr>
        <p:txBody>
          <a:bodyPr/>
          <a:lstStyle>
            <a:lvl1pPr>
              <a:defRPr sz="1350">
                <a:solidFill>
                  <a:schemeClr val="lt1">
                    <a:lumMod val="100000"/>
                  </a:schemeClr>
                </a:solidFill>
                <a:latin typeface="+mn-lt"/>
                <a:sym typeface="Arial" panose="020B0604020202020204" pitchFamily="34" charset="0"/>
              </a:defRPr>
            </a:lvl1pPr>
            <a:lvl2pPr>
              <a:defRPr sz="1200">
                <a:solidFill>
                  <a:schemeClr val="lt1">
                    <a:lumMod val="100000"/>
                  </a:schemeClr>
                </a:solidFill>
                <a:latin typeface="+mn-lt"/>
              </a:defRPr>
            </a:lvl2pPr>
            <a:lvl3pPr>
              <a:defRPr sz="1050">
                <a:solidFill>
                  <a:schemeClr val="lt1">
                    <a:lumMod val="100000"/>
                  </a:schemeClr>
                </a:solidFill>
                <a:latin typeface="+mn-lt"/>
              </a:defRPr>
            </a:lvl3pPr>
            <a:lvl4pPr>
              <a:defRPr sz="900">
                <a:solidFill>
                  <a:schemeClr val="lt1">
                    <a:lumMod val="100000"/>
                  </a:schemeClr>
                </a:solidFill>
                <a:latin typeface="+mn-lt"/>
              </a:defRPr>
            </a:lvl4pPr>
            <a:lvl5pPr>
              <a:defRPr sz="900">
                <a:solidFill>
                  <a:schemeClr val="lt1">
                    <a:lumMod val="100000"/>
                  </a:schemeClr>
                </a:solidFill>
                <a:latin typeface="+mn-lt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4629150" y="1833563"/>
            <a:ext cx="3992880" cy="308477"/>
          </a:xfrm>
        </p:spPr>
        <p:txBody>
          <a:bodyPr anchor="b"/>
          <a:lstStyle>
            <a:lvl1pPr marL="0" indent="0">
              <a:buNone/>
              <a:defRPr sz="1800" b="1">
                <a:solidFill>
                  <a:schemeClr val="lt1">
                    <a:lumMod val="100000"/>
                  </a:schemeClr>
                </a:solidFill>
                <a:latin typeface="+mj-lt"/>
                <a:sym typeface="Arial" panose="020B0604020202020204" pitchFamily="34" charset="0"/>
              </a:defRPr>
            </a:lvl1pPr>
            <a:lvl2pPr marL="342900" indent="0">
              <a:buNone/>
              <a:defRPr sz="1500" b="1">
                <a:latin typeface="+mj-lt"/>
              </a:defRPr>
            </a:lvl2pPr>
            <a:lvl3pPr marL="685800" indent="0">
              <a:buNone/>
              <a:defRPr sz="1350" b="1">
                <a:latin typeface="+mj-lt"/>
              </a:defRPr>
            </a:lvl3pPr>
            <a:lvl4pPr marL="1028700" indent="0">
              <a:buNone/>
              <a:defRPr sz="1200" b="1">
                <a:latin typeface="+mj-lt"/>
              </a:defRPr>
            </a:lvl4pPr>
            <a:lvl5pPr marL="1371600" indent="0">
              <a:buNone/>
              <a:defRPr sz="1200" b="1">
                <a:latin typeface="+mj-lt"/>
              </a:defRPr>
            </a:lvl5pPr>
            <a:lvl6pPr marL="1714500" indent="0">
              <a:buNone/>
              <a:defRPr sz="1200" b="1">
                <a:latin typeface="+mj-lt"/>
              </a:defRPr>
            </a:lvl6pPr>
            <a:lvl7pPr marL="2057400" indent="0">
              <a:buNone/>
              <a:defRPr sz="1200" b="1">
                <a:latin typeface="+mj-lt"/>
              </a:defRPr>
            </a:lvl7pPr>
            <a:lvl8pPr marL="2400300" indent="0">
              <a:buNone/>
              <a:defRPr sz="1200" b="1">
                <a:latin typeface="+mj-lt"/>
              </a:defRPr>
            </a:lvl8pPr>
            <a:lvl9pPr marL="2743200" indent="0">
              <a:buNone/>
              <a:defRPr sz="1200" b="1">
                <a:latin typeface="+mj-lt"/>
              </a:defRPr>
            </a:lvl9pPr>
          </a:lstStyle>
          <a:p>
            <a:pPr lvl="0"/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  <p:custDataLst>
              <p:tags r:id="rId6"/>
            </p:custDataLst>
          </p:nvPr>
        </p:nvSpPr>
        <p:spPr>
          <a:xfrm>
            <a:off x="4629150" y="2263574"/>
            <a:ext cx="3992880" cy="3225207"/>
          </a:xfrm>
        </p:spPr>
        <p:txBody>
          <a:bodyPr/>
          <a:lstStyle>
            <a:lvl1pPr>
              <a:defRPr sz="1350">
                <a:solidFill>
                  <a:schemeClr val="lt1">
                    <a:lumMod val="100000"/>
                  </a:schemeClr>
                </a:solidFill>
                <a:latin typeface="+mn-lt"/>
                <a:sym typeface="Arial" panose="020B0604020202020204" pitchFamily="34" charset="0"/>
              </a:defRPr>
            </a:lvl1pPr>
            <a:lvl2pPr>
              <a:defRPr sz="1200">
                <a:solidFill>
                  <a:schemeClr val="lt1">
                    <a:lumMod val="100000"/>
                  </a:schemeClr>
                </a:solidFill>
                <a:latin typeface="+mn-lt"/>
              </a:defRPr>
            </a:lvl2pPr>
            <a:lvl3pPr>
              <a:defRPr sz="1050">
                <a:solidFill>
                  <a:schemeClr val="lt1">
                    <a:lumMod val="100000"/>
                  </a:schemeClr>
                </a:solidFill>
                <a:latin typeface="+mn-lt"/>
              </a:defRPr>
            </a:lvl3pPr>
            <a:lvl4pPr>
              <a:defRPr sz="900">
                <a:solidFill>
                  <a:schemeClr val="lt1">
                    <a:lumMod val="100000"/>
                  </a:schemeClr>
                </a:solidFill>
                <a:latin typeface="+mn-lt"/>
              </a:defRPr>
            </a:lvl4pPr>
            <a:lvl5pPr>
              <a:defRPr sz="900">
                <a:solidFill>
                  <a:schemeClr val="lt1">
                    <a:lumMod val="100000"/>
                  </a:schemeClr>
                </a:solidFill>
                <a:latin typeface="+mn-lt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/>
        <p:txBody>
          <a:bodyPr/>
          <a:lstStyle>
            <a:lvl1pPr algn="l">
              <a:defRPr>
                <a:solidFill>
                  <a:schemeClr val="lt1">
                    <a:lumMod val="100000"/>
                  </a:schemeClr>
                </a:solidFill>
                <a:latin typeface="+mj-lt"/>
                <a:sym typeface="Arial" panose="020B0604020202020204" pitchFamily="34" charset="0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1"/>
          <p:cNvSpPr>
            <a:spLocks noGrp="1"/>
          </p:cNvSpPr>
          <p:nvPr>
            <p:ph idx="1" hasCustomPrompt="1"/>
            <p:custDataLst>
              <p:tags r:id="rId2"/>
            </p:custDataLst>
          </p:nvPr>
        </p:nvSpPr>
        <p:spPr>
          <a:xfrm>
            <a:off x="521970" y="1127284"/>
            <a:ext cx="8101489" cy="4363403"/>
          </a:xfrm>
        </p:spPr>
        <p:txBody>
          <a:bodyPr/>
          <a:lstStyle>
            <a:lvl1pPr>
              <a:defRPr sz="1350">
                <a:solidFill>
                  <a:schemeClr val="lt1">
                    <a:lumMod val="100000"/>
                  </a:schemeClr>
                </a:solidFill>
                <a:latin typeface="+mn-lt"/>
                <a:sym typeface="Arial" panose="020B0604020202020204" pitchFamily="34" charset="0"/>
              </a:defRPr>
            </a:lvl1pPr>
            <a:lvl2pPr>
              <a:defRPr sz="1200">
                <a:solidFill>
                  <a:schemeClr val="lt1">
                    <a:lumMod val="100000"/>
                  </a:schemeClr>
                </a:solidFill>
                <a:latin typeface="+mn-lt"/>
              </a:defRPr>
            </a:lvl2pPr>
            <a:lvl3pPr>
              <a:defRPr sz="1050">
                <a:solidFill>
                  <a:schemeClr val="lt1">
                    <a:lumMod val="100000"/>
                  </a:schemeClr>
                </a:solidFill>
                <a:latin typeface="+mn-lt"/>
              </a:defRPr>
            </a:lvl3pPr>
            <a:lvl4pPr>
              <a:defRPr sz="900">
                <a:solidFill>
                  <a:schemeClr val="lt1">
                    <a:lumMod val="100000"/>
                  </a:schemeClr>
                </a:solidFill>
                <a:latin typeface="+mn-lt"/>
              </a:defRPr>
            </a:lvl4pPr>
            <a:lvl5pPr>
              <a:defRPr sz="900">
                <a:solidFill>
                  <a:schemeClr val="lt1">
                    <a:lumMod val="100000"/>
                  </a:schemeClr>
                </a:solidFill>
                <a:latin typeface="+mn-lt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523880" y="1057277"/>
            <a:ext cx="8096315" cy="647705"/>
          </a:xfrm>
        </p:spPr>
        <p:txBody>
          <a:bodyPr/>
          <a:lstStyle>
            <a:lvl1pPr algn="l">
              <a:defRPr>
                <a:solidFill>
                  <a:schemeClr val="lt1">
                    <a:lumMod val="100000"/>
                  </a:schemeClr>
                </a:solidFill>
                <a:latin typeface="+mj-lt"/>
                <a:sym typeface="Arial" panose="020B0604020202020204" pitchFamily="34" charset="0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521970" y="1833563"/>
            <a:ext cx="8099108" cy="404813"/>
          </a:xfrm>
        </p:spPr>
        <p:txBody>
          <a:bodyPr anchor="t"/>
          <a:lstStyle>
            <a:lvl1pPr marL="0" indent="0">
              <a:buNone/>
              <a:defRPr sz="1800" b="0">
                <a:solidFill>
                  <a:schemeClr val="lt1">
                    <a:lumMod val="100000"/>
                  </a:schemeClr>
                </a:solidFill>
                <a:latin typeface="+mj-lt"/>
                <a:sym typeface="Arial" panose="020B0604020202020204" pitchFamily="34" charset="0"/>
              </a:defRPr>
            </a:lvl1pPr>
            <a:lvl2pPr marL="342900" indent="0">
              <a:buNone/>
              <a:defRPr sz="1500" b="1">
                <a:latin typeface="+mj-lt"/>
              </a:defRPr>
            </a:lvl2pPr>
            <a:lvl3pPr marL="685800" indent="0">
              <a:buNone/>
              <a:defRPr sz="1350" b="1">
                <a:latin typeface="+mj-lt"/>
              </a:defRPr>
            </a:lvl3pPr>
            <a:lvl4pPr marL="1028700" indent="0">
              <a:buNone/>
              <a:defRPr sz="1200" b="1">
                <a:latin typeface="+mj-lt"/>
              </a:defRPr>
            </a:lvl4pPr>
            <a:lvl5pPr marL="1371600" indent="0">
              <a:buNone/>
              <a:defRPr sz="1200" b="1">
                <a:latin typeface="+mj-lt"/>
              </a:defRPr>
            </a:lvl5pPr>
            <a:lvl6pPr marL="1714500" indent="0">
              <a:buNone/>
              <a:defRPr sz="1200" b="1">
                <a:latin typeface="+mj-lt"/>
              </a:defRPr>
            </a:lvl6pPr>
            <a:lvl7pPr marL="2057400" indent="0">
              <a:buNone/>
              <a:defRPr sz="1200" b="1">
                <a:latin typeface="+mj-lt"/>
              </a:defRPr>
            </a:lvl7pPr>
            <a:lvl8pPr marL="2400300" indent="0">
              <a:buNone/>
              <a:defRPr sz="1200" b="1">
                <a:latin typeface="+mj-lt"/>
              </a:defRPr>
            </a:lvl8pPr>
            <a:lvl9pPr marL="2743200" indent="0">
              <a:buNone/>
              <a:defRPr sz="1200" b="1">
                <a:latin typeface="+mj-lt"/>
              </a:defRPr>
            </a:lvl9pPr>
          </a:lstStyle>
          <a:p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  <a:lum bright="12000" contrast="24000"/>
          </a:blip>
          <a:stretch>
            <a:fillRect/>
          </a:stretch>
        </p:blipFill>
        <p:spPr>
          <a:xfrm>
            <a:off x="0" y="857250"/>
            <a:ext cx="9144000" cy="514349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4"/>
            </p:custDataLst>
          </p:nvPr>
        </p:nvSpPr>
        <p:spPr>
          <a:xfrm>
            <a:off x="628650" y="1769588"/>
            <a:ext cx="7886250" cy="1350000"/>
          </a:xfrm>
        </p:spPr>
        <p:txBody>
          <a:bodyPr anchor="b"/>
          <a:lstStyle>
            <a:lvl1pPr algn="ctr">
              <a:lnSpc>
                <a:spcPct val="100000"/>
              </a:lnSpc>
              <a:defRPr sz="4500">
                <a:solidFill>
                  <a:schemeClr val="lt1">
                    <a:lumMod val="100000"/>
                  </a:schemeClr>
                </a:solidFill>
                <a:latin typeface="+mj-lt"/>
                <a:sym typeface="Arial" panose="020B0604020202020204" pitchFamily="34" charset="0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5"/>
            </p:custDataLst>
          </p:nvPr>
        </p:nvSpPr>
        <p:spPr>
          <a:xfrm>
            <a:off x="628624" y="3392437"/>
            <a:ext cx="7885800" cy="673985"/>
          </a:xfrm>
        </p:spPr>
        <p:txBody>
          <a:bodyPr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1350">
                <a:solidFill>
                  <a:schemeClr val="lt1">
                    <a:lumMod val="100000"/>
                  </a:schemeClr>
                </a:solidFill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8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9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20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2.xml"/><Relationship Id="rId8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0.xml"/><Relationship Id="rId6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6.xml"/><Relationship Id="rId20" Type="http://schemas.openxmlformats.org/officeDocument/2006/relationships/theme" Target="../theme/theme2.xml"/><Relationship Id="rId2" Type="http://schemas.openxmlformats.org/officeDocument/2006/relationships/slideLayout" Target="../slideLayouts/slideLayout15.xml"/><Relationship Id="rId19" Type="http://schemas.openxmlformats.org/officeDocument/2006/relationships/tags" Target="../tags/tag57.xml"/><Relationship Id="rId18" Type="http://schemas.openxmlformats.org/officeDocument/2006/relationships/tags" Target="../tags/tag56.xml"/><Relationship Id="rId17" Type="http://schemas.openxmlformats.org/officeDocument/2006/relationships/tags" Target="../tags/tag55.xml"/><Relationship Id="rId16" Type="http://schemas.openxmlformats.org/officeDocument/2006/relationships/tags" Target="../tags/tag54.xml"/><Relationship Id="rId15" Type="http://schemas.openxmlformats.org/officeDocument/2006/relationships/tags" Target="../tags/tag53.xml"/><Relationship Id="rId14" Type="http://schemas.openxmlformats.org/officeDocument/2006/relationships/tags" Target="../tags/tag52.xml"/><Relationship Id="rId13" Type="http://schemas.openxmlformats.org/officeDocument/2006/relationships/tags" Target="../tags/tag51.xml"/><Relationship Id="rId12" Type="http://schemas.openxmlformats.org/officeDocument/2006/relationships/slideLayout" Target="../slideLayouts/slideLayout25.xml"/><Relationship Id="rId11" Type="http://schemas.openxmlformats.org/officeDocument/2006/relationships/slideLayout" Target="../slideLayouts/slideLayout24.xml"/><Relationship Id="rId10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3D4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286000"/>
            <a:ext cx="7290055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8097" y="6470704"/>
            <a:ext cx="161560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AAD347D-5ACD-4C99-B74B-A9C85AD731AF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32200" y="6470704"/>
            <a:ext cx="4426094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28000" y="6470704"/>
            <a:ext cx="73025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D57F1E4F-1CFF-5643-939E-02111984F565}" type="slidenum">
              <a:rPr lang="en-US" smtClean="0"/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5715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6543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anose="05040102010807070707" pitchFamily="18" charset="2"/>
        <a:buChar char="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44831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anose="05040102010807070707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anose="05040102010807070707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anose="05040102010807070707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anose="05040102010807070707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45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anose="05040102010807070707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025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anose="05040102010807070707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71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anose="05040102010807070707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13"/>
            </p:custDataLst>
          </p:nvPr>
        </p:nvSpPr>
        <p:spPr>
          <a:xfrm>
            <a:off x="0" y="857250"/>
            <a:ext cx="9144000" cy="5157311"/>
          </a:xfrm>
          <a:prstGeom prst="rect">
            <a:avLst/>
          </a:prstGeom>
          <a:solidFill>
            <a:srgbClr val="00000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521970" y="1127250"/>
            <a:ext cx="8100000" cy="540000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5"/>
            </p:custDataLst>
          </p:nvPr>
        </p:nvSpPr>
        <p:spPr>
          <a:xfrm>
            <a:off x="521970" y="1833562"/>
            <a:ext cx="8100000" cy="3655219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521970" y="562451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3028950" y="562451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6565487" y="562451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9" name="KSO_TEMPLATE" hidden="1"/>
          <p:cNvSpPr/>
          <p:nvPr userDrawn="1">
            <p:custDataLst>
              <p:tags r:id="rId19"/>
            </p:custDataLst>
          </p:nvPr>
        </p:nvSpPr>
        <p:spPr>
          <a:xfrm>
            <a:off x="0" y="85725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35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</p:sldLayoutIdLst>
  <p:txStyles>
    <p:titleStyle>
      <a:lvl1pPr algn="l" defTabSz="685800" rtl="0" eaLnBrk="1" latinLnBrk="0" hangingPunct="1">
        <a:lnSpc>
          <a:spcPct val="100000"/>
        </a:lnSpc>
        <a:spcBef>
          <a:spcPct val="0"/>
        </a:spcBef>
        <a:buNone/>
        <a:defRPr sz="2400" b="1" kern="1200">
          <a:solidFill>
            <a:srgbClr val="FFFFFF"/>
          </a:solidFill>
          <a:latin typeface="Arial" panose="020B0604020202020204" pitchFamily="34" charset="0"/>
          <a:sym typeface="Arial" panose="020B0604020202020204" pitchFamily="34" charset="0"/>
        </a:defRPr>
      </a:lvl1pPr>
    </p:titleStyle>
    <p:bodyStyle>
      <a:lvl1pPr marL="171450" indent="-171450" algn="l" defTabSz="685800" rtl="0" eaLnBrk="1" latinLnBrk="0" hangingPunct="1">
        <a:lnSpc>
          <a:spcPct val="130000"/>
        </a:lnSpc>
        <a:spcBef>
          <a:spcPts val="750"/>
        </a:spcBef>
        <a:buFont typeface="Arial" panose="020B0604020202020204" pitchFamily="34" charset="0"/>
        <a:buChar char="•"/>
        <a:defRPr sz="1050" kern="1200">
          <a:solidFill>
            <a:srgbClr val="FFFFFF"/>
          </a:solidFill>
          <a:latin typeface="Arial" panose="020B0604020202020204" pitchFamily="34" charset="0"/>
          <a:sym typeface="Arial" panose="020B0604020202020204" pitchFamily="34" charset="0"/>
        </a:defRPr>
      </a:lvl1pPr>
      <a:lvl2pPr marL="403860" indent="-154940" algn="l" defTabSz="6858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900" kern="1200">
          <a:solidFill>
            <a:srgbClr val="FFFFFF"/>
          </a:solidFill>
          <a:latin typeface="+mn-lt"/>
        </a:defRPr>
      </a:lvl2pPr>
      <a:lvl3pPr marL="599440" indent="-121285" algn="l" defTabSz="6858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750" kern="1200">
          <a:solidFill>
            <a:srgbClr val="FFFFFF"/>
          </a:solidFill>
          <a:latin typeface="+mn-lt"/>
        </a:defRPr>
      </a:lvl3pPr>
      <a:lvl4pPr marL="772795" indent="-111760" algn="l" defTabSz="6858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675" kern="1200">
          <a:solidFill>
            <a:srgbClr val="FFFFFF"/>
          </a:solidFill>
          <a:latin typeface="+mn-lt"/>
        </a:defRPr>
      </a:lvl4pPr>
      <a:lvl5pPr marL="926465" indent="-95250" algn="l" defTabSz="6858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750" kern="1200">
          <a:solidFill>
            <a:srgbClr val="FFFFFF"/>
          </a:solidFill>
          <a:latin typeface="+mn-lt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4.xml"/><Relationship Id="rId5" Type="http://schemas.openxmlformats.org/officeDocument/2006/relationships/tags" Target="../tags/tag61.xml"/><Relationship Id="rId4" Type="http://schemas.openxmlformats.org/officeDocument/2006/relationships/tags" Target="../tags/tag60.xml"/><Relationship Id="rId3" Type="http://schemas.openxmlformats.org/officeDocument/2006/relationships/tags" Target="../tags/tag59.xml"/><Relationship Id="rId2" Type="http://schemas.openxmlformats.org/officeDocument/2006/relationships/image" Target="../media/image7.jpeg"/><Relationship Id="rId1" Type="http://schemas.openxmlformats.org/officeDocument/2006/relationships/tags" Target="../tags/tag58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5.xml"/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" Type="http://schemas.openxmlformats.org/officeDocument/2006/relationships/tags" Target="../tags/tag62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5.xml"/><Relationship Id="rId3" Type="http://schemas.openxmlformats.org/officeDocument/2006/relationships/tags" Target="../tags/tag67.xml"/><Relationship Id="rId2" Type="http://schemas.openxmlformats.org/officeDocument/2006/relationships/tags" Target="../tags/tag66.xml"/><Relationship Id="rId1" Type="http://schemas.openxmlformats.org/officeDocument/2006/relationships/tags" Target="../tags/tag65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5.xml"/><Relationship Id="rId3" Type="http://schemas.openxmlformats.org/officeDocument/2006/relationships/tags" Target="../tags/tag70.xml"/><Relationship Id="rId2" Type="http://schemas.openxmlformats.org/officeDocument/2006/relationships/tags" Target="../tags/tag69.xml"/><Relationship Id="rId1" Type="http://schemas.openxmlformats.org/officeDocument/2006/relationships/tags" Target="../tags/tag68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5.xml"/><Relationship Id="rId3" Type="http://schemas.openxmlformats.org/officeDocument/2006/relationships/tags" Target="../tags/tag73.xml"/><Relationship Id="rId2" Type="http://schemas.openxmlformats.org/officeDocument/2006/relationships/tags" Target="../tags/tag72.xml"/><Relationship Id="rId1" Type="http://schemas.openxmlformats.org/officeDocument/2006/relationships/tags" Target="../tags/tag71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5.xml"/><Relationship Id="rId3" Type="http://schemas.openxmlformats.org/officeDocument/2006/relationships/tags" Target="../tags/tag76.xml"/><Relationship Id="rId2" Type="http://schemas.openxmlformats.org/officeDocument/2006/relationships/tags" Target="../tags/tag75.xml"/><Relationship Id="rId1" Type="http://schemas.openxmlformats.org/officeDocument/2006/relationships/tags" Target="../tags/tag74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5.xml"/><Relationship Id="rId3" Type="http://schemas.openxmlformats.org/officeDocument/2006/relationships/tags" Target="../tags/tag79.xml"/><Relationship Id="rId2" Type="http://schemas.openxmlformats.org/officeDocument/2006/relationships/tags" Target="../tags/tag78.xml"/><Relationship Id="rId1" Type="http://schemas.openxmlformats.org/officeDocument/2006/relationships/tags" Target="../tags/tag77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5.xml"/><Relationship Id="rId3" Type="http://schemas.openxmlformats.org/officeDocument/2006/relationships/tags" Target="../tags/tag82.xml"/><Relationship Id="rId2" Type="http://schemas.openxmlformats.org/officeDocument/2006/relationships/tags" Target="../tags/tag81.xml"/><Relationship Id="rId1" Type="http://schemas.openxmlformats.org/officeDocument/2006/relationships/tags" Target="../tags/tag80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5.xml"/><Relationship Id="rId3" Type="http://schemas.openxmlformats.org/officeDocument/2006/relationships/tags" Target="../tags/tag85.xml"/><Relationship Id="rId2" Type="http://schemas.openxmlformats.org/officeDocument/2006/relationships/tags" Target="../tags/tag84.xml"/><Relationship Id="rId1" Type="http://schemas.openxmlformats.org/officeDocument/2006/relationships/tags" Target="../tags/tag83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5.xml"/><Relationship Id="rId3" Type="http://schemas.openxmlformats.org/officeDocument/2006/relationships/tags" Target="../tags/tag88.xml"/><Relationship Id="rId2" Type="http://schemas.openxmlformats.org/officeDocument/2006/relationships/tags" Target="../tags/tag87.xml"/><Relationship Id="rId1" Type="http://schemas.openxmlformats.org/officeDocument/2006/relationships/tags" Target="../tags/tag86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5.xml"/><Relationship Id="rId3" Type="http://schemas.openxmlformats.org/officeDocument/2006/relationships/tags" Target="../tags/tag91.xml"/><Relationship Id="rId2" Type="http://schemas.openxmlformats.org/officeDocument/2006/relationships/tags" Target="../tags/tag90.xml"/><Relationship Id="rId1" Type="http://schemas.openxmlformats.org/officeDocument/2006/relationships/tags" Target="../tags/tag89.xm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5.xml"/><Relationship Id="rId3" Type="http://schemas.openxmlformats.org/officeDocument/2006/relationships/tags" Target="../tags/tag94.xml"/><Relationship Id="rId2" Type="http://schemas.openxmlformats.org/officeDocument/2006/relationships/tags" Target="../tags/tag93.xml"/><Relationship Id="rId1" Type="http://schemas.openxmlformats.org/officeDocument/2006/relationships/tags" Target="../tags/tag92.xml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5.xml"/><Relationship Id="rId3" Type="http://schemas.openxmlformats.org/officeDocument/2006/relationships/tags" Target="../tags/tag97.xml"/><Relationship Id="rId2" Type="http://schemas.openxmlformats.org/officeDocument/2006/relationships/tags" Target="../tags/tag96.xml"/><Relationship Id="rId1" Type="http://schemas.openxmlformats.org/officeDocument/2006/relationships/tags" Target="../tags/tag95.xml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5.xml"/><Relationship Id="rId3" Type="http://schemas.openxmlformats.org/officeDocument/2006/relationships/tags" Target="../tags/tag100.xml"/><Relationship Id="rId2" Type="http://schemas.openxmlformats.org/officeDocument/2006/relationships/tags" Target="../tags/tag99.xml"/><Relationship Id="rId1" Type="http://schemas.openxmlformats.org/officeDocument/2006/relationships/tags" Target="../tags/tag98.xml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5.xml"/><Relationship Id="rId3" Type="http://schemas.openxmlformats.org/officeDocument/2006/relationships/tags" Target="../tags/tag103.xml"/><Relationship Id="rId2" Type="http://schemas.openxmlformats.org/officeDocument/2006/relationships/tags" Target="../tags/tag102.xml"/><Relationship Id="rId1" Type="http://schemas.openxmlformats.org/officeDocument/2006/relationships/tags" Target="../tags/tag101.xml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5.xml"/><Relationship Id="rId3" Type="http://schemas.openxmlformats.org/officeDocument/2006/relationships/tags" Target="../tags/tag106.xml"/><Relationship Id="rId2" Type="http://schemas.openxmlformats.org/officeDocument/2006/relationships/tags" Target="../tags/tag105.xml"/><Relationship Id="rId1" Type="http://schemas.openxmlformats.org/officeDocument/2006/relationships/tags" Target="../tags/tag10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420" y="3515360"/>
            <a:ext cx="1993900" cy="149542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7" name="标题"/>
          <p:cNvSpPr>
            <a:spLocks noGrp="1"/>
          </p:cNvSpPr>
          <p:nvPr>
            <p:ph type="ctrTitle"/>
            <p:custDataLst>
              <p:tags r:id="rId3"/>
            </p:custDataLst>
          </p:nvPr>
        </p:nvSpPr>
        <p:spPr>
          <a:xfrm>
            <a:off x="628650" y="2336483"/>
            <a:ext cx="5566410" cy="1664018"/>
          </a:xfrm>
        </p:spPr>
        <p:txBody>
          <a:bodyPr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sz="3300">
                <a:latin typeface="Bahnschrift SemiBold SemiCondensed" panose="020B0502040204020203" charset="0"/>
                <a:ea typeface="+mj-ea"/>
                <a:cs typeface="Bahnschrift SemiBold SemiCondensed" panose="020B0502040204020203" charset="0"/>
              </a:rPr>
              <a:t>Cloud Deployment </a:t>
            </a:r>
            <a:endParaRPr sz="3300">
              <a:latin typeface="Bahnschrift SemiBold SemiCondensed" panose="020B0502040204020203" charset="0"/>
              <a:ea typeface="+mj-ea"/>
              <a:cs typeface="Bahnschrift SemiBold SemiCondensed" panose="020B0502040204020203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sz="3300">
                <a:latin typeface="Bahnschrift SemiBold SemiCondensed" panose="020B0502040204020203" charset="0"/>
                <a:ea typeface="+mj-ea"/>
                <a:cs typeface="Bahnschrift SemiBold SemiCondensed" panose="020B0502040204020203" charset="0"/>
              </a:rPr>
              <a:t>DSL Compiler</a:t>
            </a:r>
            <a:endParaRPr sz="3300">
              <a:latin typeface="Bahnschrift SemiBold SemiCondensed" panose="020B0502040204020203" charset="0"/>
              <a:ea typeface="+mj-ea"/>
              <a:cs typeface="Bahnschrift SemiBold SemiCondensed" panose="020B0502040204020203" charset="0"/>
            </a:endParaRPr>
          </a:p>
        </p:txBody>
      </p:sp>
      <p:sp>
        <p:nvSpPr>
          <p:cNvPr id="8" name="副标题"/>
          <p:cNvSpPr>
            <a:spLocks noGrp="1"/>
          </p:cNvSpPr>
          <p:nvPr>
            <p:ph type="subTitle" idx="1"/>
            <p:custDataLst>
              <p:tags r:id="rId4"/>
            </p:custDataLst>
          </p:nvPr>
        </p:nvSpPr>
        <p:spPr>
          <a:xfrm>
            <a:off x="628650" y="1569720"/>
            <a:ext cx="7886700" cy="761524"/>
          </a:xfrm>
        </p:spPr>
        <p:txBody>
          <a:bodyPr>
            <a:normAutofit fontScale="60000"/>
          </a:bodyPr>
          <a:lstStyle/>
          <a:p>
            <a:pPr marL="0" indent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ct val="100000"/>
            </a:pPr>
            <a:r>
              <a:rPr lang="en-US" u="none" strike="noStrike" dirty="0">
                <a:uFillTx/>
                <a:latin typeface="Bahnschrift SemiBold SemiCondensed" panose="020B0502040204020203" charset="0"/>
                <a:cs typeface="Bahnschrift SemiBold SemiCondensed" panose="020B0502040204020203" charset="0"/>
              </a:rPr>
              <a:t>Team G-Force</a:t>
            </a:r>
            <a:endParaRPr lang="en-US" u="none" strike="noStrike" dirty="0">
              <a:uFillTx/>
              <a:latin typeface="Bahnschrift SemiBold SemiCondensed" panose="020B0502040204020203" charset="0"/>
              <a:cs typeface="Bahnschrift SemiBold SemiCondensed" panose="020B0502040204020203" charset="0"/>
            </a:endParaRPr>
          </a:p>
          <a:p>
            <a:pPr marL="0" indent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ct val="100000"/>
            </a:pPr>
            <a:r>
              <a:rPr lang="en-US" u="none" strike="noStrike" dirty="0">
                <a:uFillTx/>
                <a:latin typeface="Bahnschrift SemiBold SemiCondensed" panose="020B0502040204020203" charset="0"/>
                <a:cs typeface="Bahnschrift SemiBold SemiCondensed" panose="020B0502040204020203" charset="0"/>
              </a:rPr>
              <a:t>Indian Institute of Information Technology, Design and Manufacturing, Kancheepuram</a:t>
            </a:r>
            <a:endParaRPr lang="en-US" u="none" strike="noStrike" dirty="0">
              <a:uFillTx/>
              <a:latin typeface="Bahnschrift SemiBold SemiCondensed" panose="020B0502040204020203" charset="0"/>
              <a:cs typeface="Bahnschrift SemiBold SemiCondensed" panose="020B0502040204020203" charset="0"/>
            </a:endParaRPr>
          </a:p>
          <a:p>
            <a:pPr marL="0" indent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ct val="100000"/>
            </a:pPr>
            <a:r>
              <a:rPr lang="en-US" u="none" strike="noStrike" dirty="0">
                <a:uFillTx/>
                <a:latin typeface="Bahnschrift SemiBold SemiCondensed" panose="020B0502040204020203" charset="0"/>
                <a:cs typeface="Bahnschrift SemiBold SemiCondensed" panose="020B0502040204020203" charset="0"/>
              </a:rPr>
              <a:t>Course: Compiler Design | Guide: Prof. Jagadeesh</a:t>
            </a:r>
            <a:endParaRPr lang="en-US" u="none" strike="noStrike" dirty="0">
              <a:uFillTx/>
              <a:latin typeface="Bahnschrift SemiBold SemiCondensed" panose="020B0502040204020203" charset="0"/>
              <a:cs typeface="Bahnschrift SemiBold SemiCondensed" panose="020B0502040204020203" charset="0"/>
            </a:endParaRPr>
          </a:p>
        </p:txBody>
      </p:sp>
    </p:spTree>
    <p:custDataLst>
      <p:tags r:id="rId5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>
            <p:custDataLst>
              <p:tags r:id="rId1"/>
            </p:custDataLst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wrap="square" lIns="90000" tIns="45000" rIns="90000" bIns="45000" anchor="t">
            <a:normAutofit/>
          </a:bodyPr>
          <a:lstStyle/>
          <a:p>
            <a:pPr marL="417195" indent="-417195" rtl="1">
              <a:spcBef>
                <a:spcPts val="770"/>
              </a:spcBef>
              <a:buClr>
                <a:srgbClr val="000000"/>
              </a:buClr>
              <a:buSzPct val="45000"/>
            </a:pPr>
            <a:r>
              <a:rPr lang="en-US" sz="2800" b="0" u="none" strike="noStrike" dirty="0">
                <a:solidFill>
                  <a:schemeClr val="tx1"/>
                </a:solidFill>
                <a:effectLst/>
                <a:uFillTx/>
                <a:latin typeface="Bahnschrift SemiBold SemiCondensed" panose="020B0502040204020203" charset="0"/>
                <a:ea typeface="Calibri" panose="020F0502020204030204"/>
                <a:cs typeface="Bahnschrift SemiBold SemiCondensed" panose="020B0502040204020203" charset="0"/>
              </a:rPr>
              <a:t>The Cloud Deployment DSL Compiler is a domain-specific language compiler designed to parse, analyze, and generate deployment plans for cloud infrastructure. It simplifies specifying providers, regions, services, resource requirements, and optimization goals.</a:t>
            </a:r>
            <a:endParaRPr lang="en-US" sz="2800" b="0" u="none" strike="noStrike" dirty="0">
              <a:solidFill>
                <a:schemeClr val="tx1"/>
              </a:solidFill>
              <a:effectLst/>
              <a:uFillTx/>
              <a:latin typeface="Bahnschrift SemiBold SemiCondensed" panose="020B0502040204020203" charset="0"/>
              <a:ea typeface="Calibri" panose="020F0502020204030204"/>
              <a:cs typeface="Bahnschrift SemiBold SemiCondensed" panose="020B0502040204020203" charset="0"/>
            </a:endParaRPr>
          </a:p>
        </p:txBody>
      </p:sp>
      <p:sp>
        <p:nvSpPr>
          <p:cNvPr id="4" name="Title 1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457200" y="26208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vert="horz" lIns="90000" tIns="45000" rIns="90000" bIns="45000" rtlCol="0" anchor="ctr">
            <a:normAutofit/>
          </a:bodyPr>
          <a:lstStyle>
            <a:lvl1pPr marL="0" marR="0" algn="ctr" defTabSz="457200" rtl="1" eaLnBrk="1" fontAlgn="auto" latinLnBrk="0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kumimoji="0" lang="en-US" sz="4400" b="0" i="0" u="sng" strike="noStrike" kern="1200" cap="none" spc="0" normalizeH="0" baseline="0" noProof="1" dirty="0"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n-cs"/>
              </a:defRPr>
            </a:lvl1pPr>
          </a:lstStyle>
          <a:p>
            <a:r>
              <a:rPr>
                <a:solidFill>
                  <a:schemeClr val="tx1"/>
                </a:solidFill>
                <a:latin typeface="Bahnschrift SemiBold SemiCondensed" panose="020B0502040204020203" charset="0"/>
                <a:cs typeface="Bahnschrift SemiBold SemiCondensed" panose="020B0502040204020203" charset="0"/>
              </a:rPr>
              <a:t>Project Overview</a:t>
            </a:r>
            <a:endParaRPr>
              <a:solidFill>
                <a:schemeClr val="tx1"/>
              </a:solidFill>
              <a:latin typeface="Bahnschrift SemiBold SemiCondensed" panose="020B0502040204020203" charset="0"/>
              <a:cs typeface="Bahnschrift SemiBold SemiCondensed" panose="020B0502040204020203" charset="0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>
            <p:custDataLst>
              <p:tags r:id="rId1"/>
            </p:custDataLst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rtl="1">
              <a:spcBef>
                <a:spcPts val="770"/>
              </a:spcBef>
              <a:buClr>
                <a:srgbClr val="000000"/>
              </a:buClr>
              <a:buSzPct val="45000"/>
            </a:pPr>
            <a:r>
              <a:rPr lang="en-US" sz="3200" b="0" u="none" strike="noStrike" dirty="0">
                <a:solidFill>
                  <a:schemeClr val="tx1"/>
                </a:solidFill>
                <a:effectLst/>
                <a:uFillTx/>
                <a:latin typeface="Bahnschrift SemiBold SemiCondensed" panose="020B0502040204020203" charset="0"/>
                <a:ea typeface="Calibri" panose="020F0502020204030204"/>
                <a:cs typeface="Bahnschrift SemiBold SemiCondensed" panose="020B0502040204020203" charset="0"/>
              </a:rPr>
              <a:t>Automate cloud deployment configurations through a simple DSL.</a:t>
            </a:r>
            <a:endParaRPr lang="en-US" sz="3200" b="0" u="none" strike="noStrike" dirty="0">
              <a:solidFill>
                <a:schemeClr val="tx1"/>
              </a:solidFill>
              <a:effectLst/>
              <a:uFillTx/>
              <a:latin typeface="Bahnschrift SemiBold SemiCondensed" panose="020B0502040204020203" charset="0"/>
              <a:cs typeface="Bahnschrift SemiBold SemiCondensed" panose="020B0502040204020203" charset="0"/>
            </a:endParaRPr>
          </a:p>
          <a:p>
            <a:pPr rtl="1">
              <a:spcBef>
                <a:spcPts val="770"/>
              </a:spcBef>
              <a:buClr>
                <a:srgbClr val="000000"/>
              </a:buClr>
              <a:buSzPct val="45000"/>
            </a:pPr>
            <a:r>
              <a:rPr lang="en-US" sz="3200" b="0" u="none" strike="noStrike" dirty="0">
                <a:solidFill>
                  <a:schemeClr val="tx1"/>
                </a:solidFill>
                <a:effectLst/>
                <a:uFillTx/>
                <a:latin typeface="Bahnschrift SemiBold SemiCondensed" panose="020B0502040204020203" charset="0"/>
                <a:ea typeface="Calibri" panose="020F0502020204030204"/>
                <a:cs typeface="Bahnschrift SemiBold SemiCondensed" panose="020B0502040204020203" charset="0"/>
              </a:rPr>
              <a:t>Provide a compiler pipeline that transforms DSL scripts into optimized JSON plans.</a:t>
            </a:r>
            <a:endParaRPr lang="en-US" sz="3200" b="0" u="none" strike="noStrike" dirty="0">
              <a:solidFill>
                <a:schemeClr val="tx1"/>
              </a:solidFill>
              <a:effectLst/>
              <a:uFillTx/>
              <a:latin typeface="Bahnschrift SemiBold SemiCondensed" panose="020B0502040204020203" charset="0"/>
              <a:cs typeface="Bahnschrift SemiBold SemiCondensed" panose="020B0502040204020203" charset="0"/>
            </a:endParaRPr>
          </a:p>
          <a:p>
            <a:pPr rtl="1">
              <a:spcBef>
                <a:spcPts val="770"/>
              </a:spcBef>
              <a:buClr>
                <a:srgbClr val="000000"/>
              </a:buClr>
              <a:buSzPct val="45000"/>
            </a:pPr>
            <a:r>
              <a:rPr lang="en-US" sz="3200" b="0" u="none" strike="noStrike" dirty="0">
                <a:solidFill>
                  <a:schemeClr val="tx1"/>
                </a:solidFill>
                <a:effectLst/>
                <a:uFillTx/>
                <a:latin typeface="Bahnschrift SemiBold SemiCondensed" panose="020B0502040204020203" charset="0"/>
                <a:ea typeface="Calibri" panose="020F0502020204030204"/>
                <a:cs typeface="Bahnschrift SemiBold SemiCondensed" panose="020B0502040204020203" charset="0"/>
              </a:rPr>
              <a:t>Demonstrate compiler design principles (Lexical, Syntax, Semantic, Optimization, Target Code ).</a:t>
            </a:r>
            <a:endParaRPr lang="en-US" sz="3200" b="0" u="none" strike="noStrike" dirty="0">
              <a:solidFill>
                <a:schemeClr val="tx1"/>
              </a:solidFill>
              <a:effectLst/>
              <a:uFillTx/>
              <a:latin typeface="Bahnschrift SemiBold SemiCondensed" panose="020B0502040204020203" charset="0"/>
              <a:ea typeface="Calibri" panose="020F0502020204030204"/>
              <a:cs typeface="Bahnschrift SemiBold SemiCondensed" panose="020B0502040204020203" charset="0"/>
            </a:endParaRPr>
          </a:p>
        </p:txBody>
      </p:sp>
      <p:sp>
        <p:nvSpPr>
          <p:cNvPr id="4" name="Title 2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457200" y="27468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vert="horz" lIns="90000" tIns="45000" rIns="90000" bIns="45000" rtlCol="0" anchor="ctr">
            <a:normAutofit/>
          </a:bodyPr>
          <a:lstStyle>
            <a:lvl1pPr marL="0" marR="0" algn="ctr" defTabSz="457200" rtl="1" eaLnBrk="1" fontAlgn="auto" latinLnBrk="0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kumimoji="0" lang="en-US" sz="4400" b="0" i="0" u="sng" strike="noStrike" kern="1200" cap="none" spc="0" normalizeH="0" baseline="0" noProof="1" dirty="0"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n-cs"/>
              </a:defRPr>
            </a:lvl1pPr>
          </a:lstStyle>
          <a:p>
            <a:r>
              <a:rPr>
                <a:solidFill>
                  <a:schemeClr val="tx1"/>
                </a:solidFill>
                <a:latin typeface="Bahnschrift SemiBold SemiCondensed" panose="020B0502040204020203" charset="0"/>
                <a:cs typeface="Bahnschrift SemiBold SemiCondensed" panose="020B0502040204020203" charset="0"/>
              </a:rPr>
              <a:t>Motivation &amp; Objective</a:t>
            </a:r>
            <a:endParaRPr>
              <a:solidFill>
                <a:schemeClr val="tx1"/>
              </a:solidFill>
              <a:latin typeface="Bahnschrift SemiBold SemiCondensed" panose="020B0502040204020203" charset="0"/>
              <a:cs typeface="Bahnschrift SemiBold SemiCondensed" panose="020B0502040204020203" charset="0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>
            <p:custDataLst>
              <p:tags r:id="rId1"/>
            </p:custDataLst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92500"/>
          </a:bodyPr>
          <a:lstStyle/>
          <a:p>
            <a:pPr rtl="1">
              <a:spcBef>
                <a:spcPts val="575"/>
              </a:spcBef>
              <a:buClr>
                <a:srgbClr val="000000"/>
              </a:buClr>
              <a:buSzPct val="45000"/>
            </a:pPr>
            <a:r>
              <a:rPr lang="en-US" sz="2400" b="0" u="none" strike="noStrike" dirty="0">
                <a:solidFill>
                  <a:schemeClr val="tx1"/>
                </a:solidFill>
                <a:effectLst/>
                <a:uFillTx/>
                <a:latin typeface="Bahnschrift SemiBold SemiCondensed" panose="020B0502040204020203" charset="0"/>
                <a:ea typeface="Calibri" panose="020F0502020204030204"/>
                <a:cs typeface="Bahnschrift SemiBold SemiCondensed" panose="020B0502040204020203" charset="0"/>
              </a:rPr>
              <a:t>The compiler consists of the following stages:</a:t>
            </a:r>
            <a:endParaRPr lang="en-US" sz="2400" b="0" u="none" strike="noStrike" dirty="0">
              <a:solidFill>
                <a:schemeClr val="tx1"/>
              </a:solidFill>
              <a:effectLst/>
              <a:uFillTx/>
              <a:latin typeface="Bahnschrift SemiBold SemiCondensed" panose="020B0502040204020203" charset="0"/>
              <a:cs typeface="Bahnschrift SemiBold SemiCondensed" panose="020B0502040204020203" charset="0"/>
            </a:endParaRPr>
          </a:p>
          <a:p>
            <a:pPr rtl="1">
              <a:spcBef>
                <a:spcPts val="575"/>
              </a:spcBef>
              <a:buClr>
                <a:srgbClr val="000000"/>
              </a:buClr>
              <a:buSzPct val="45000"/>
            </a:pPr>
            <a:r>
              <a:rPr lang="en-US" sz="2400" b="0" u="none" strike="noStrike" dirty="0">
                <a:solidFill>
                  <a:schemeClr val="tx1"/>
                </a:solidFill>
                <a:effectLst/>
                <a:uFillTx/>
                <a:latin typeface="Bahnschrift SemiBold SemiCondensed" panose="020B0502040204020203" charset="0"/>
                <a:ea typeface="Calibri" panose="020F0502020204030204"/>
                <a:cs typeface="Bahnschrift SemiBold SemiCondensed" panose="020B0502040204020203" charset="0"/>
              </a:rPr>
              <a:t>1) Lexical Analysis – </a:t>
            </a:r>
            <a:r>
              <a:rPr lang="en-US" sz="2400" b="0" u="none" strike="noStrike" dirty="0" err="1">
                <a:solidFill>
                  <a:schemeClr val="tx1"/>
                </a:solidFill>
                <a:effectLst/>
                <a:uFillTx/>
                <a:latin typeface="Bahnschrift SemiBold SemiCondensed" panose="020B0502040204020203" charset="0"/>
                <a:ea typeface="Calibri" panose="020F0502020204030204"/>
                <a:cs typeface="Bahnschrift SemiBold SemiCondensed" panose="020B0502040204020203" charset="0"/>
              </a:rPr>
              <a:t>Tokenises</a:t>
            </a:r>
            <a:r>
              <a:rPr lang="en-US" sz="2400" b="0" u="none" strike="noStrike" dirty="0">
                <a:solidFill>
                  <a:schemeClr val="tx1"/>
                </a:solidFill>
                <a:effectLst/>
                <a:uFillTx/>
                <a:latin typeface="Bahnschrift SemiBold SemiCondensed" panose="020B0502040204020203" charset="0"/>
                <a:ea typeface="Calibri" panose="020F0502020204030204"/>
                <a:cs typeface="Bahnschrift SemiBold SemiCondensed" panose="020B0502040204020203" charset="0"/>
              </a:rPr>
              <a:t> DSL input (</a:t>
            </a:r>
            <a:r>
              <a:rPr lang="en-US" sz="2400" b="0" u="none" strike="noStrike" dirty="0" err="1">
                <a:solidFill>
                  <a:schemeClr val="tx1"/>
                </a:solidFill>
                <a:effectLst/>
                <a:uFillTx/>
                <a:latin typeface="Bahnschrift SemiBold SemiCondensed" panose="020B0502040204020203" charset="0"/>
                <a:ea typeface="Calibri" panose="020F0502020204030204"/>
                <a:cs typeface="Bahnschrift SemiBold SemiCondensed" panose="020B0502040204020203" charset="0"/>
              </a:rPr>
              <a:t>lexer.l</a:t>
            </a:r>
            <a:r>
              <a:rPr lang="en-US" sz="2400" b="0" u="none" strike="noStrike" dirty="0">
                <a:solidFill>
                  <a:schemeClr val="tx1"/>
                </a:solidFill>
                <a:effectLst/>
                <a:uFillTx/>
                <a:latin typeface="Bahnschrift SemiBold SemiCondensed" panose="020B0502040204020203" charset="0"/>
                <a:ea typeface="Calibri" panose="020F0502020204030204"/>
                <a:cs typeface="Bahnschrift SemiBold SemiCondensed" panose="020B0502040204020203" charset="0"/>
              </a:rPr>
              <a:t>)</a:t>
            </a:r>
            <a:endParaRPr lang="en-US" sz="2400" b="0" u="none" strike="noStrike" dirty="0">
              <a:solidFill>
                <a:schemeClr val="tx1"/>
              </a:solidFill>
              <a:effectLst/>
              <a:uFillTx/>
              <a:latin typeface="Bahnschrift SemiBold SemiCondensed" panose="020B0502040204020203" charset="0"/>
              <a:cs typeface="Bahnschrift SemiBold SemiCondensed" panose="020B0502040204020203" charset="0"/>
            </a:endParaRPr>
          </a:p>
          <a:p>
            <a:pPr rtl="1">
              <a:spcBef>
                <a:spcPts val="575"/>
              </a:spcBef>
              <a:buClr>
                <a:srgbClr val="000000"/>
              </a:buClr>
              <a:buSzPct val="45000"/>
            </a:pPr>
            <a:r>
              <a:rPr lang="en-US" sz="2400" b="0" u="none" strike="noStrike" dirty="0">
                <a:solidFill>
                  <a:schemeClr val="tx1"/>
                </a:solidFill>
                <a:effectLst/>
                <a:uFillTx/>
                <a:latin typeface="Bahnschrift SemiBold SemiCondensed" panose="020B0502040204020203" charset="0"/>
                <a:ea typeface="Calibri" panose="020F0502020204030204"/>
                <a:cs typeface="Bahnschrift SemiBold SemiCondensed" panose="020B0502040204020203" charset="0"/>
              </a:rPr>
              <a:t>2) Syntax Analysis – Validates grammar and builds AST (</a:t>
            </a:r>
            <a:r>
              <a:rPr lang="en-US" sz="2400" b="0" u="none" strike="noStrike" dirty="0" err="1">
                <a:solidFill>
                  <a:schemeClr val="tx1"/>
                </a:solidFill>
                <a:effectLst/>
                <a:uFillTx/>
                <a:latin typeface="Bahnschrift SemiBold SemiCondensed" panose="020B0502040204020203" charset="0"/>
                <a:ea typeface="Calibri" panose="020F0502020204030204"/>
                <a:cs typeface="Bahnschrift SemiBold SemiCondensed" panose="020B0502040204020203" charset="0"/>
              </a:rPr>
              <a:t>parser.y</a:t>
            </a:r>
            <a:r>
              <a:rPr lang="en-US" sz="2400" b="0" u="none" strike="noStrike" dirty="0">
                <a:solidFill>
                  <a:schemeClr val="tx1"/>
                </a:solidFill>
                <a:effectLst/>
                <a:uFillTx/>
                <a:latin typeface="Bahnschrift SemiBold SemiCondensed" panose="020B0502040204020203" charset="0"/>
                <a:ea typeface="Calibri" panose="020F0502020204030204"/>
                <a:cs typeface="Bahnschrift SemiBold SemiCondensed" panose="020B0502040204020203" charset="0"/>
              </a:rPr>
              <a:t>)</a:t>
            </a:r>
            <a:endParaRPr lang="en-US" sz="2400" b="0" u="none" strike="noStrike" dirty="0">
              <a:solidFill>
                <a:schemeClr val="tx1"/>
              </a:solidFill>
              <a:effectLst/>
              <a:uFillTx/>
              <a:latin typeface="Bahnschrift SemiBold SemiCondensed" panose="020B0502040204020203" charset="0"/>
              <a:cs typeface="Bahnschrift SemiBold SemiCondensed" panose="020B0502040204020203" charset="0"/>
            </a:endParaRPr>
          </a:p>
          <a:p>
            <a:pPr rtl="1">
              <a:spcBef>
                <a:spcPts val="575"/>
              </a:spcBef>
              <a:buClr>
                <a:srgbClr val="000000"/>
              </a:buClr>
              <a:buSzPct val="45000"/>
            </a:pPr>
            <a:r>
              <a:rPr lang="en-US" sz="2400" b="0" u="none" strike="noStrike" dirty="0">
                <a:solidFill>
                  <a:schemeClr val="tx1"/>
                </a:solidFill>
                <a:effectLst/>
                <a:uFillTx/>
                <a:latin typeface="Bahnschrift SemiBold SemiCondensed" panose="020B0502040204020203" charset="0"/>
                <a:ea typeface="Calibri" panose="020F0502020204030204"/>
                <a:cs typeface="Bahnschrift SemiBold SemiCondensed" panose="020B0502040204020203" charset="0"/>
              </a:rPr>
              <a:t>3) Semantic Analysis – Constructs logical model using AST (</a:t>
            </a:r>
            <a:r>
              <a:rPr lang="en-US" sz="2400" b="0" u="none" strike="noStrike" dirty="0" err="1">
                <a:solidFill>
                  <a:schemeClr val="tx1"/>
                </a:solidFill>
                <a:effectLst/>
                <a:uFillTx/>
                <a:latin typeface="Bahnschrift SemiBold SemiCondensed" panose="020B0502040204020203" charset="0"/>
                <a:ea typeface="Calibri" panose="020F0502020204030204"/>
                <a:cs typeface="Bahnschrift SemiBold SemiCondensed" panose="020B0502040204020203" charset="0"/>
              </a:rPr>
              <a:t>ast.c</a:t>
            </a:r>
            <a:r>
              <a:rPr lang="en-US" sz="2400" b="0" u="none" strike="noStrike" dirty="0">
                <a:solidFill>
                  <a:schemeClr val="tx1"/>
                </a:solidFill>
                <a:effectLst/>
                <a:uFillTx/>
                <a:latin typeface="Bahnschrift SemiBold SemiCondensed" panose="020B0502040204020203" charset="0"/>
                <a:ea typeface="Calibri" panose="020F0502020204030204"/>
                <a:cs typeface="Bahnschrift SemiBold SemiCondensed" panose="020B0502040204020203" charset="0"/>
              </a:rPr>
              <a:t>/.h)</a:t>
            </a:r>
            <a:endParaRPr lang="en-US" sz="2400" b="0" u="none" strike="noStrike" dirty="0">
              <a:solidFill>
                <a:schemeClr val="tx1"/>
              </a:solidFill>
              <a:effectLst/>
              <a:uFillTx/>
              <a:latin typeface="Bahnschrift SemiBold SemiCondensed" panose="020B0502040204020203" charset="0"/>
              <a:cs typeface="Bahnschrift SemiBold SemiCondensed" panose="020B0502040204020203" charset="0"/>
            </a:endParaRPr>
          </a:p>
          <a:p>
            <a:pPr rtl="1">
              <a:spcBef>
                <a:spcPts val="575"/>
              </a:spcBef>
              <a:buClr>
                <a:srgbClr val="000000"/>
              </a:buClr>
              <a:buSzPct val="45000"/>
            </a:pPr>
            <a:r>
              <a:rPr lang="en-US" sz="2400" b="0" u="none" strike="noStrike" dirty="0">
                <a:solidFill>
                  <a:schemeClr val="tx1"/>
                </a:solidFill>
                <a:effectLst/>
                <a:uFillTx/>
                <a:latin typeface="Bahnschrift SemiBold SemiCondensed" panose="020B0502040204020203" charset="0"/>
                <a:ea typeface="Calibri" panose="020F0502020204030204"/>
                <a:cs typeface="Bahnschrift SemiBold SemiCondensed" panose="020B0502040204020203" charset="0"/>
              </a:rPr>
              <a:t>4) </a:t>
            </a:r>
            <a:r>
              <a:rPr lang="en-US" sz="2400" b="0" u="none" strike="noStrike" dirty="0" err="1">
                <a:solidFill>
                  <a:schemeClr val="tx1"/>
                </a:solidFill>
                <a:effectLst/>
                <a:uFillTx/>
                <a:latin typeface="Bahnschrift SemiBold SemiCondensed" panose="020B0502040204020203" charset="0"/>
                <a:ea typeface="Calibri" panose="020F0502020204030204"/>
                <a:cs typeface="Bahnschrift SemiBold SemiCondensed" panose="020B0502040204020203" charset="0"/>
              </a:rPr>
              <a:t>Optimisation</a:t>
            </a:r>
            <a:r>
              <a:rPr lang="en-US" sz="2400" b="0" u="none" strike="noStrike" dirty="0">
                <a:solidFill>
                  <a:schemeClr val="tx1"/>
                </a:solidFill>
                <a:effectLst/>
                <a:uFillTx/>
                <a:latin typeface="Bahnschrift SemiBold SemiCondensed" panose="020B0502040204020203" charset="0"/>
                <a:ea typeface="Calibri" panose="020F0502020204030204"/>
                <a:cs typeface="Bahnschrift SemiBold SemiCondensed" panose="020B0502040204020203" charset="0"/>
              </a:rPr>
              <a:t> – Refines deployment based on constraints (</a:t>
            </a:r>
            <a:r>
              <a:rPr lang="en-US" sz="2400" b="0" u="none" strike="noStrike" dirty="0" err="1">
                <a:solidFill>
                  <a:schemeClr val="tx1"/>
                </a:solidFill>
                <a:effectLst/>
                <a:uFillTx/>
                <a:latin typeface="Bahnschrift SemiBold SemiCondensed" panose="020B0502040204020203" charset="0"/>
                <a:ea typeface="Calibri" panose="020F0502020204030204"/>
                <a:cs typeface="Bahnschrift SemiBold SemiCondensed" panose="020B0502040204020203" charset="0"/>
              </a:rPr>
              <a:t>optimiser.c</a:t>
            </a:r>
            <a:r>
              <a:rPr lang="en-US" sz="2400" b="0" u="none" strike="noStrike" dirty="0">
                <a:solidFill>
                  <a:schemeClr val="tx1"/>
                </a:solidFill>
                <a:effectLst/>
                <a:uFillTx/>
                <a:latin typeface="Bahnschrift SemiBold SemiCondensed" panose="020B0502040204020203" charset="0"/>
                <a:ea typeface="Calibri" panose="020F0502020204030204"/>
                <a:cs typeface="Bahnschrift SemiBold SemiCondensed" panose="020B0502040204020203" charset="0"/>
              </a:rPr>
              <a:t>)</a:t>
            </a:r>
            <a:endParaRPr lang="en-US" sz="2400" b="0" u="none" strike="noStrike" dirty="0">
              <a:solidFill>
                <a:schemeClr val="tx1"/>
              </a:solidFill>
              <a:effectLst/>
              <a:uFillTx/>
              <a:latin typeface="Bahnschrift SemiBold SemiCondensed" panose="020B0502040204020203" charset="0"/>
              <a:cs typeface="Bahnschrift SemiBold SemiCondensed" panose="020B0502040204020203" charset="0"/>
            </a:endParaRPr>
          </a:p>
          <a:p>
            <a:pPr rtl="1">
              <a:spcBef>
                <a:spcPts val="575"/>
              </a:spcBef>
              <a:buClr>
                <a:srgbClr val="000000"/>
              </a:buClr>
              <a:buSzPct val="45000"/>
            </a:pPr>
            <a:r>
              <a:rPr lang="en-US" sz="2400" b="0" u="none" strike="noStrike" dirty="0">
                <a:solidFill>
                  <a:schemeClr val="tx1"/>
                </a:solidFill>
                <a:effectLst/>
                <a:uFillTx/>
                <a:latin typeface="Bahnschrift SemiBold SemiCondensed" panose="020B0502040204020203" charset="0"/>
                <a:ea typeface="Calibri" panose="020F0502020204030204"/>
                <a:cs typeface="Bahnschrift SemiBold SemiCondensed" panose="020B0502040204020203" charset="0"/>
              </a:rPr>
              <a:t>5) Code Generation – Outputs </a:t>
            </a:r>
            <a:r>
              <a:rPr lang="en-US" sz="2400" b="0" u="none" strike="noStrike" dirty="0" err="1">
                <a:solidFill>
                  <a:schemeClr val="tx1"/>
                </a:solidFill>
                <a:effectLst/>
                <a:uFillTx/>
                <a:latin typeface="Bahnschrift SemiBold SemiCondensed" panose="020B0502040204020203" charset="0"/>
                <a:ea typeface="Calibri" panose="020F0502020204030204"/>
                <a:cs typeface="Bahnschrift SemiBold SemiCondensed" panose="020B0502040204020203" charset="0"/>
              </a:rPr>
              <a:t>optimised</a:t>
            </a:r>
            <a:r>
              <a:rPr lang="en-US" sz="2400" b="0" u="none" strike="noStrike" dirty="0">
                <a:solidFill>
                  <a:schemeClr val="tx1"/>
                </a:solidFill>
                <a:effectLst/>
                <a:uFillTx/>
                <a:latin typeface="Bahnschrift SemiBold SemiCondensed" panose="020B0502040204020203" charset="0"/>
                <a:ea typeface="Calibri" panose="020F0502020204030204"/>
                <a:cs typeface="Bahnschrift SemiBold SemiCondensed" panose="020B0502040204020203" charset="0"/>
              </a:rPr>
              <a:t> JSON plan (</a:t>
            </a:r>
            <a:r>
              <a:rPr lang="en-US" sz="2400" b="0" u="none" strike="noStrike" dirty="0" err="1">
                <a:solidFill>
                  <a:schemeClr val="tx1"/>
                </a:solidFill>
                <a:effectLst/>
                <a:uFillTx/>
                <a:latin typeface="Bahnschrift SemiBold SemiCondensed" panose="020B0502040204020203" charset="0"/>
                <a:ea typeface="Calibri" panose="020F0502020204030204"/>
                <a:cs typeface="Bahnschrift SemiBold SemiCondensed" panose="020B0502040204020203" charset="0"/>
              </a:rPr>
              <a:t>codegen.c</a:t>
            </a:r>
            <a:r>
              <a:rPr lang="en-US" sz="2400" b="0" u="none" strike="noStrike" dirty="0">
                <a:solidFill>
                  <a:schemeClr val="tx1"/>
                </a:solidFill>
                <a:effectLst/>
                <a:uFillTx/>
                <a:latin typeface="Bahnschrift SemiBold SemiCondensed" panose="020B0502040204020203" charset="0"/>
                <a:ea typeface="Calibri" panose="020F0502020204030204"/>
                <a:cs typeface="Bahnschrift SemiBold SemiCondensed" panose="020B0502040204020203" charset="0"/>
              </a:rPr>
              <a:t>)</a:t>
            </a:r>
            <a:endParaRPr lang="en-US" sz="2400" b="0" u="none" strike="noStrike" dirty="0">
              <a:solidFill>
                <a:schemeClr val="tx1"/>
              </a:solidFill>
              <a:effectLst/>
              <a:uFillTx/>
              <a:latin typeface="Bahnschrift SemiBold SemiCondensed" panose="020B0502040204020203" charset="0"/>
              <a:cs typeface="Bahnschrift SemiBold SemiCondensed" panose="020B0502040204020203" charset="0"/>
            </a:endParaRPr>
          </a:p>
          <a:p>
            <a:pPr rtl="1">
              <a:spcBef>
                <a:spcPts val="575"/>
              </a:spcBef>
              <a:buClr>
                <a:srgbClr val="000000"/>
              </a:buClr>
              <a:buSzPct val="45000"/>
            </a:pPr>
            <a:r>
              <a:rPr lang="en-US" sz="2400" b="0" u="none" strike="noStrike" dirty="0">
                <a:solidFill>
                  <a:schemeClr val="tx1"/>
                </a:solidFill>
                <a:effectLst/>
                <a:uFillTx/>
                <a:latin typeface="Bahnschrift SemiBold SemiCondensed" panose="020B0502040204020203" charset="0"/>
                <a:ea typeface="Calibri" panose="020F0502020204030204"/>
                <a:cs typeface="Bahnschrift SemiBold SemiCondensed" panose="020B0502040204020203" charset="0"/>
              </a:rPr>
              <a:t>6) Execution Control – Handles file I/O and compiler flow (</a:t>
            </a:r>
            <a:r>
              <a:rPr lang="en-US" sz="2400" b="0" u="none" strike="noStrike" dirty="0" err="1">
                <a:solidFill>
                  <a:schemeClr val="tx1"/>
                </a:solidFill>
                <a:effectLst/>
                <a:uFillTx/>
                <a:latin typeface="Bahnschrift SemiBold SemiCondensed" panose="020B0502040204020203" charset="0"/>
                <a:ea typeface="Calibri" panose="020F0502020204030204"/>
                <a:cs typeface="Bahnschrift SemiBold SemiCondensed" panose="020B0502040204020203" charset="0"/>
              </a:rPr>
              <a:t>main.c</a:t>
            </a:r>
            <a:r>
              <a:rPr lang="en-US" sz="2400" b="0" u="none" strike="noStrike" dirty="0">
                <a:solidFill>
                  <a:schemeClr val="tx1"/>
                </a:solidFill>
                <a:effectLst/>
                <a:uFillTx/>
                <a:latin typeface="Bahnschrift SemiBold SemiCondensed" panose="020B0502040204020203" charset="0"/>
                <a:ea typeface="Calibri" panose="020F0502020204030204"/>
                <a:cs typeface="Bahnschrift SemiBold SemiCondensed" panose="020B0502040204020203" charset="0"/>
              </a:rPr>
              <a:t>)</a:t>
            </a:r>
            <a:endParaRPr lang="en-US" sz="2400" b="0" u="none" strike="noStrike" dirty="0">
              <a:solidFill>
                <a:schemeClr val="tx1"/>
              </a:solidFill>
              <a:effectLst/>
              <a:uFillTx/>
              <a:latin typeface="Bahnschrift SemiBold SemiCondensed" panose="020B0502040204020203" charset="0"/>
              <a:ea typeface="Calibri" panose="020F0502020204030204"/>
              <a:cs typeface="Bahnschrift SemiBold SemiCondensed" panose="020B0502040204020203" charset="0"/>
            </a:endParaRPr>
          </a:p>
        </p:txBody>
      </p:sp>
      <p:sp>
        <p:nvSpPr>
          <p:cNvPr id="4" name="Title 2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457200" y="27468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vert="horz" lIns="90000" tIns="45000" rIns="90000" bIns="45000" rtlCol="0" anchor="ctr">
            <a:normAutofit/>
          </a:bodyPr>
          <a:lstStyle>
            <a:lvl1pPr marL="0" marR="0" algn="ctr" defTabSz="457200" rtl="1" eaLnBrk="1" fontAlgn="auto" latinLnBrk="0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kumimoji="0" lang="en-US" sz="4400" b="0" i="0" u="sng" strike="noStrike" kern="1200" cap="none" spc="0" normalizeH="0" baseline="0" noProof="1" dirty="0"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n-cs"/>
              </a:defRPr>
            </a:lvl1pPr>
          </a:lstStyle>
          <a:p>
            <a:r>
              <a:rPr>
                <a:solidFill>
                  <a:schemeClr val="tx1"/>
                </a:solidFill>
                <a:latin typeface="Bahnschrift SemiBold SemiCondensed" panose="020B0502040204020203" charset="0"/>
                <a:cs typeface="Bahnschrift SemiBold SemiCondensed" panose="020B0502040204020203" charset="0"/>
              </a:rPr>
              <a:t>Compiler Architecture</a:t>
            </a:r>
            <a:endParaRPr>
              <a:solidFill>
                <a:schemeClr val="tx1"/>
              </a:solidFill>
              <a:latin typeface="Bahnschrift SemiBold SemiCondensed" panose="020B0502040204020203" charset="0"/>
              <a:cs typeface="Bahnschrift SemiBold SemiCondensed" panose="020B0502040204020203" charset="0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>
            <p:custDataLst>
              <p:tags r:id="rId1"/>
            </p:custDataLst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wrap="square" lIns="90000" tIns="45000" rIns="90000" bIns="45000" anchor="t">
            <a:normAutofit/>
          </a:bodyPr>
          <a:lstStyle/>
          <a:p>
            <a:r>
              <a:rPr lang="en-US" sz="3200" b="0" u="none" strike="noStrike" dirty="0">
                <a:solidFill>
                  <a:schemeClr val="tx1"/>
                </a:solidFill>
                <a:effectLst/>
                <a:uFillTx/>
                <a:latin typeface="Bahnschrift SemiBold SemiCondensed" panose="020B0502040204020203" charset="0"/>
                <a:ea typeface="Calibri" panose="020F0502020204030204"/>
                <a:cs typeface="Bahnschrift SemiBold SemiCondensed" panose="020B0502040204020203" charset="0"/>
              </a:rPr>
              <a:t>• Uses Flex to scan and convert input text into tokens.</a:t>
            </a:r>
            <a:endParaRPr lang="en-US" sz="3200" b="0" u="none" strike="noStrike" dirty="0">
              <a:solidFill>
                <a:schemeClr val="tx1"/>
              </a:solidFill>
              <a:effectLst/>
              <a:uFillTx/>
              <a:latin typeface="Bahnschrift SemiBold SemiCondensed" panose="020B0502040204020203" charset="0"/>
              <a:cs typeface="Bahnschrift SemiBold SemiCondensed" panose="020B0502040204020203" charset="0"/>
            </a:endParaRPr>
          </a:p>
          <a:p>
            <a:r>
              <a:rPr lang="en-US" sz="3200" b="0" u="none" strike="noStrike" dirty="0">
                <a:solidFill>
                  <a:schemeClr val="tx1"/>
                </a:solidFill>
                <a:effectLst/>
                <a:uFillTx/>
                <a:latin typeface="Bahnschrift SemiBold SemiCondensed" panose="020B0502040204020203" charset="0"/>
                <a:ea typeface="Calibri" panose="020F0502020204030204"/>
                <a:cs typeface="Bahnschrift SemiBold SemiCondensed" panose="020B0502040204020203" charset="0"/>
              </a:rPr>
              <a:t>• </a:t>
            </a:r>
            <a:r>
              <a:rPr lang="en-US" sz="3200" b="0" u="none" strike="noStrike" dirty="0" err="1">
                <a:solidFill>
                  <a:schemeClr val="tx1"/>
                </a:solidFill>
                <a:effectLst/>
                <a:uFillTx/>
                <a:latin typeface="Bahnschrift SemiBold SemiCondensed" panose="020B0502040204020203" charset="0"/>
                <a:ea typeface="Calibri" panose="020F0502020204030204"/>
                <a:cs typeface="Bahnschrift SemiBold SemiCondensed" panose="020B0502040204020203" charset="0"/>
              </a:rPr>
              <a:t>Recognises</a:t>
            </a:r>
            <a:r>
              <a:rPr lang="en-US" sz="3200" b="0" u="none" strike="noStrike" dirty="0">
                <a:solidFill>
                  <a:schemeClr val="tx1"/>
                </a:solidFill>
                <a:effectLst/>
                <a:uFillTx/>
                <a:latin typeface="Bahnschrift SemiBold SemiCondensed" panose="020B0502040204020203" charset="0"/>
                <a:ea typeface="Calibri" panose="020F0502020204030204"/>
                <a:cs typeface="Bahnschrift SemiBold SemiCondensed" panose="020B0502040204020203" charset="0"/>
              </a:rPr>
              <a:t> keywords such as DEPLOYMENT, PROVIDER, REGION, SERVICE, etc.</a:t>
            </a:r>
            <a:endParaRPr lang="en-US" sz="3200" b="0" u="none" strike="noStrike" dirty="0">
              <a:solidFill>
                <a:schemeClr val="tx1"/>
              </a:solidFill>
              <a:effectLst/>
              <a:uFillTx/>
              <a:latin typeface="Bahnschrift SemiBold SemiCondensed" panose="020B0502040204020203" charset="0"/>
              <a:cs typeface="Bahnschrift SemiBold SemiCondensed" panose="020B0502040204020203" charset="0"/>
            </a:endParaRPr>
          </a:p>
          <a:p>
            <a:r>
              <a:rPr lang="en-US" sz="3200" b="0" u="none" strike="noStrike" dirty="0">
                <a:solidFill>
                  <a:schemeClr val="tx1"/>
                </a:solidFill>
                <a:effectLst/>
                <a:uFillTx/>
                <a:latin typeface="Bahnschrift SemiBold SemiCondensed" panose="020B0502040204020203" charset="0"/>
                <a:ea typeface="Calibri" panose="020F0502020204030204"/>
                <a:cs typeface="Bahnschrift SemiBold SemiCondensed" panose="020B0502040204020203" charset="0"/>
              </a:rPr>
              <a:t>• Handles identifiers, numbers, and string literals.</a:t>
            </a:r>
            <a:endParaRPr lang="en-US" sz="3200" b="0" u="none" strike="noStrike" dirty="0">
              <a:solidFill>
                <a:schemeClr val="tx1"/>
              </a:solidFill>
              <a:effectLst/>
              <a:uFillTx/>
              <a:latin typeface="Bahnschrift SemiBold SemiCondensed" panose="020B0502040204020203" charset="0"/>
              <a:cs typeface="Bahnschrift SemiBold SemiCondensed" panose="020B0502040204020203" charset="0"/>
            </a:endParaRPr>
          </a:p>
          <a:p>
            <a:r>
              <a:rPr lang="en-US" sz="3200" b="0" u="none" strike="noStrike" dirty="0">
                <a:solidFill>
                  <a:schemeClr val="tx1"/>
                </a:solidFill>
                <a:effectLst/>
                <a:uFillTx/>
                <a:latin typeface="Bahnschrift SemiBold SemiCondensed" panose="020B0502040204020203" charset="0"/>
                <a:ea typeface="Calibri" panose="020F0502020204030204"/>
                <a:cs typeface="Bahnschrift SemiBold SemiCondensed" panose="020B0502040204020203" charset="0"/>
              </a:rPr>
              <a:t>• Passes tokens to </a:t>
            </a:r>
            <a:r>
              <a:rPr lang="en-US" sz="3200" b="0" u="none" strike="noStrike" dirty="0" err="1">
                <a:solidFill>
                  <a:schemeClr val="tx1"/>
                </a:solidFill>
                <a:effectLst/>
                <a:uFillTx/>
                <a:latin typeface="Bahnschrift SemiBold SemiCondensed" panose="020B0502040204020203" charset="0"/>
                <a:ea typeface="Calibri" panose="020F0502020204030204"/>
                <a:cs typeface="Bahnschrift SemiBold SemiCondensed" panose="020B0502040204020203" charset="0"/>
              </a:rPr>
              <a:t>Yacc</a:t>
            </a:r>
            <a:r>
              <a:rPr lang="en-US" sz="3200" b="0" u="none" strike="noStrike" dirty="0">
                <a:solidFill>
                  <a:schemeClr val="tx1"/>
                </a:solidFill>
                <a:effectLst/>
                <a:uFillTx/>
                <a:latin typeface="Bahnschrift SemiBold SemiCondensed" panose="020B0502040204020203" charset="0"/>
                <a:ea typeface="Calibri" panose="020F0502020204030204"/>
                <a:cs typeface="Bahnschrift SemiBold SemiCondensed" panose="020B0502040204020203" charset="0"/>
              </a:rPr>
              <a:t> parser with semantic values.</a:t>
            </a:r>
            <a:endParaRPr lang="en-US" sz="3200" b="0" u="none" strike="noStrike" dirty="0">
              <a:solidFill>
                <a:schemeClr val="tx1"/>
              </a:solidFill>
              <a:effectLst/>
              <a:uFillTx/>
              <a:latin typeface="Bahnschrift SemiBold SemiCondensed" panose="020B0502040204020203" charset="0"/>
              <a:ea typeface="Calibri" panose="020F0502020204030204"/>
              <a:cs typeface="Bahnschrift SemiBold SemiCondensed" panose="020B0502040204020203" charset="0"/>
            </a:endParaRPr>
          </a:p>
        </p:txBody>
      </p:sp>
      <p:sp>
        <p:nvSpPr>
          <p:cNvPr id="4" name="Title 2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457200" y="27468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vert="horz" lIns="90000" tIns="45000" rIns="90000" bIns="45000" rtlCol="0" anchor="ctr">
            <a:normAutofit/>
          </a:bodyPr>
          <a:lstStyle>
            <a:lvl1pPr marL="0" marR="0" algn="ctr" defTabSz="457200" rtl="1" eaLnBrk="1" fontAlgn="auto" latinLnBrk="0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kumimoji="0" lang="en-US" sz="4400" b="0" i="0" u="sng" strike="noStrike" kern="1200" cap="none" spc="0" normalizeH="0" baseline="0" noProof="1" dirty="0"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n-cs"/>
              </a:defRPr>
            </a:lvl1pPr>
          </a:lstStyle>
          <a:p>
            <a:r>
              <a:rPr>
                <a:solidFill>
                  <a:schemeClr val="tx1"/>
                </a:solidFill>
                <a:latin typeface="Bahnschrift SemiBold SemiCondensed" panose="020B0502040204020203" charset="0"/>
                <a:cs typeface="Bahnschrift SemiBold SemiCondensed" panose="020B0502040204020203" charset="0"/>
              </a:rPr>
              <a:t>File: lexer.l (Lexical Analyser)</a:t>
            </a:r>
            <a:endParaRPr>
              <a:solidFill>
                <a:schemeClr val="tx1"/>
              </a:solidFill>
              <a:latin typeface="Bahnschrift SemiBold SemiCondensed" panose="020B0502040204020203" charset="0"/>
              <a:cs typeface="Bahnschrift SemiBold SemiCondensed" panose="020B0502040204020203" charset="0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/>
          <p:cNvSpPr txBox="1"/>
          <p:nvPr>
            <p:custDataLst>
              <p:tags r:id="rId1"/>
            </p:custDataLst>
          </p:nvPr>
        </p:nvSpPr>
        <p:spPr>
          <a:xfrm>
            <a:off x="457200" y="27468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wrap="square" lIns="90000" tIns="45000" rIns="90000" bIns="45000" anchor="ctr">
            <a:normAutofit fontScale="80000"/>
          </a:bodyPr>
          <a:lstStyle/>
          <a:p>
            <a:pPr algn="ctr" rtl="1"/>
            <a:r>
              <a:rPr lang="en-US" sz="4400" b="0" u="sng" strike="noStrike" dirty="0">
                <a:solidFill>
                  <a:schemeClr val="tx1"/>
                </a:solidFill>
                <a:effectLst/>
                <a:uFillTx/>
                <a:latin typeface="Bahnschrift SemiBold SemiCondensed" panose="020B0502040204020203" charset="0"/>
                <a:ea typeface="Calibri" panose="020F0502020204030204"/>
                <a:cs typeface="Bahnschrift SemiBold SemiCondensed" panose="020B0502040204020203" charset="0"/>
              </a:rPr>
              <a:t>Files: </a:t>
            </a:r>
            <a:r>
              <a:rPr lang="en-US" sz="4400" b="0" u="sng" strike="noStrike" dirty="0" err="1">
                <a:solidFill>
                  <a:schemeClr val="tx1"/>
                </a:solidFill>
                <a:effectLst/>
                <a:uFillTx/>
                <a:latin typeface="Bahnschrift SemiBold SemiCondensed" panose="020B0502040204020203" charset="0"/>
                <a:ea typeface="Calibri" panose="020F0502020204030204"/>
                <a:cs typeface="Bahnschrift SemiBold SemiCondensed" panose="020B0502040204020203" charset="0"/>
              </a:rPr>
              <a:t>ast.c</a:t>
            </a:r>
            <a:r>
              <a:rPr lang="en-US" sz="4400" b="0" u="sng" strike="noStrike" dirty="0">
                <a:solidFill>
                  <a:schemeClr val="tx1"/>
                </a:solidFill>
                <a:effectLst/>
                <a:uFillTx/>
                <a:latin typeface="Bahnschrift SemiBold SemiCondensed" panose="020B0502040204020203" charset="0"/>
                <a:ea typeface="Calibri" panose="020F0502020204030204"/>
                <a:cs typeface="Bahnschrift SemiBold SemiCondensed" panose="020B0502040204020203" charset="0"/>
              </a:rPr>
              <a:t> / </a:t>
            </a:r>
            <a:r>
              <a:rPr lang="en-US" sz="4400" b="0" u="sng" strike="noStrike" dirty="0" err="1">
                <a:solidFill>
                  <a:schemeClr val="tx1"/>
                </a:solidFill>
                <a:effectLst/>
                <a:uFillTx/>
                <a:latin typeface="Bahnschrift SemiBold SemiCondensed" panose="020B0502040204020203" charset="0"/>
                <a:ea typeface="Calibri" panose="020F0502020204030204"/>
                <a:cs typeface="Bahnschrift SemiBold SemiCondensed" panose="020B0502040204020203" charset="0"/>
              </a:rPr>
              <a:t>ast.h</a:t>
            </a:r>
            <a:r>
              <a:rPr lang="en-US" sz="4400" b="0" u="sng" strike="noStrike" dirty="0">
                <a:solidFill>
                  <a:schemeClr val="tx1"/>
                </a:solidFill>
                <a:effectLst/>
                <a:uFillTx/>
                <a:latin typeface="Bahnschrift SemiBold SemiCondensed" panose="020B0502040204020203" charset="0"/>
                <a:ea typeface="Calibri" panose="020F0502020204030204"/>
                <a:cs typeface="Bahnschrift SemiBold SemiCondensed" panose="020B0502040204020203" charset="0"/>
              </a:rPr>
              <a:t> (AST Management)</a:t>
            </a:r>
            <a:endParaRPr lang="en-US" sz="4400" b="0" u="sng" strike="noStrike" dirty="0">
              <a:solidFill>
                <a:schemeClr val="tx1"/>
              </a:solidFill>
              <a:effectLst/>
              <a:uFillTx/>
              <a:latin typeface="Bahnschrift SemiBold SemiCondensed" panose="020B0502040204020203" charset="0"/>
              <a:ea typeface="Calibri" panose="020F0502020204030204"/>
              <a:cs typeface="Bahnschrift SemiBold SemiCondensed" panose="020B0502040204020203" charset="0"/>
            </a:endParaRPr>
          </a:p>
        </p:txBody>
      </p:sp>
      <p:sp>
        <p:nvSpPr>
          <p:cNvPr id="17" name="TextBox 16"/>
          <p:cNvSpPr txBox="1"/>
          <p:nvPr>
            <p:custDataLst>
              <p:tags r:id="rId2"/>
            </p:custDataLst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wrap="square" lIns="90000" tIns="45000" rIns="90000" bIns="45000" anchor="t">
            <a:normAutofit/>
          </a:bodyPr>
          <a:lstStyle/>
          <a:p>
            <a:r>
              <a:rPr lang="en-US" sz="3200" b="0" u="none" strike="noStrike">
                <a:solidFill>
                  <a:schemeClr val="tx1"/>
                </a:solidFill>
                <a:effectLst/>
                <a:uFillTx/>
                <a:latin typeface="Bahnschrift SemiBold SemiCondensed" panose="020B0502040204020203" charset="0"/>
                <a:ea typeface="Calibri" panose="020F0502020204030204"/>
                <a:cs typeface="Bahnschrift SemiBold SemiCondensed" panose="020B0502040204020203" charset="0"/>
              </a:rPr>
              <a:t>• Defines C structures for Deployment, Service, Constraint, and Environment.</a:t>
            </a:r>
            <a:endParaRPr lang="en-US" sz="3200" b="0" u="none" strike="noStrike">
              <a:solidFill>
                <a:schemeClr val="tx1"/>
              </a:solidFill>
              <a:effectLst/>
              <a:uFillTx/>
              <a:latin typeface="Bahnschrift SemiBold SemiCondensed" panose="020B0502040204020203" charset="0"/>
              <a:cs typeface="Bahnschrift SemiBold SemiCondensed" panose="020B0502040204020203" charset="0"/>
            </a:endParaRPr>
          </a:p>
          <a:p>
            <a:r>
              <a:rPr lang="en-US" sz="3200" b="0" u="none" strike="noStrike">
                <a:solidFill>
                  <a:schemeClr val="tx1"/>
                </a:solidFill>
                <a:effectLst/>
                <a:uFillTx/>
                <a:latin typeface="Bahnschrift SemiBold SemiCondensed" panose="020B0502040204020203" charset="0"/>
                <a:ea typeface="Calibri" panose="020F0502020204030204"/>
                <a:cs typeface="Bahnschrift SemiBold SemiCondensed" panose="020B0502040204020203" charset="0"/>
              </a:rPr>
              <a:t>• Provides helper functions to create, connect, and print AST nodes.</a:t>
            </a:r>
            <a:endParaRPr lang="en-US" sz="3200" b="0" u="none" strike="noStrike">
              <a:solidFill>
                <a:schemeClr val="tx1"/>
              </a:solidFill>
              <a:effectLst/>
              <a:uFillTx/>
              <a:latin typeface="Bahnschrift SemiBold SemiCondensed" panose="020B0502040204020203" charset="0"/>
              <a:cs typeface="Bahnschrift SemiBold SemiCondensed" panose="020B0502040204020203" charset="0"/>
            </a:endParaRPr>
          </a:p>
          <a:p>
            <a:r>
              <a:rPr lang="en-US" sz="3200" b="0" u="none" strike="noStrike">
                <a:solidFill>
                  <a:schemeClr val="tx1"/>
                </a:solidFill>
                <a:effectLst/>
                <a:uFillTx/>
                <a:latin typeface="Bahnschrift SemiBold SemiCondensed" panose="020B0502040204020203" charset="0"/>
                <a:ea typeface="Calibri" panose="020F0502020204030204"/>
                <a:cs typeface="Bahnschrift SemiBold SemiCondensed" panose="020B0502040204020203" charset="0"/>
              </a:rPr>
              <a:t>• Manages dynamic memory allocation and relationships between deployment components.</a:t>
            </a:r>
            <a:endParaRPr lang="en-US" sz="3200" b="0" u="none" strike="noStrike">
              <a:solidFill>
                <a:schemeClr val="tx1"/>
              </a:solidFill>
              <a:effectLst/>
              <a:uFillTx/>
              <a:latin typeface="Bahnschrift SemiBold SemiCondensed" panose="020B0502040204020203" charset="0"/>
              <a:ea typeface="Calibri" panose="020F0502020204030204"/>
              <a:cs typeface="Bahnschrift SemiBold SemiCondensed" panose="020B0502040204020203" charset="0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>
            <p:custDataLst>
              <p:tags r:id="rId1"/>
            </p:custDataLst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wrap="square" lIns="90000" tIns="45000" rIns="90000" bIns="45000" anchor="t">
            <a:normAutofit/>
          </a:bodyPr>
          <a:lstStyle/>
          <a:p>
            <a:r>
              <a:rPr lang="en-US" sz="3200" b="0" u="none" strike="noStrike" dirty="0">
                <a:solidFill>
                  <a:schemeClr val="tx1"/>
                </a:solidFill>
                <a:effectLst/>
                <a:uFillTx/>
                <a:latin typeface="Bahnschrift SemiBold SemiCondensed" panose="020B0502040204020203" charset="0"/>
                <a:ea typeface="Calibri" panose="020F0502020204030204"/>
                <a:cs typeface="Bahnschrift SemiBold SemiCondensed" panose="020B0502040204020203" charset="0"/>
              </a:rPr>
              <a:t>• Defines grammar for the Cloud DSL using </a:t>
            </a:r>
            <a:r>
              <a:rPr lang="en-US" sz="3200" b="0" u="none" strike="noStrike" dirty="0" err="1">
                <a:solidFill>
                  <a:schemeClr val="tx1"/>
                </a:solidFill>
                <a:effectLst/>
                <a:uFillTx/>
                <a:latin typeface="Bahnschrift SemiBold SemiCondensed" panose="020B0502040204020203" charset="0"/>
                <a:ea typeface="Calibri" panose="020F0502020204030204"/>
                <a:cs typeface="Bahnschrift SemiBold SemiCondensed" panose="020B0502040204020203" charset="0"/>
              </a:rPr>
              <a:t>Yacc</a:t>
            </a:r>
            <a:r>
              <a:rPr lang="en-US" sz="3200" b="0" u="none" strike="noStrike" dirty="0">
                <a:solidFill>
                  <a:schemeClr val="tx1"/>
                </a:solidFill>
                <a:effectLst/>
                <a:uFillTx/>
                <a:latin typeface="Bahnschrift SemiBold SemiCondensed" panose="020B0502040204020203" charset="0"/>
                <a:ea typeface="Calibri" panose="020F0502020204030204"/>
                <a:cs typeface="Bahnschrift SemiBold SemiCondensed" panose="020B0502040204020203" charset="0"/>
              </a:rPr>
              <a:t>.</a:t>
            </a:r>
            <a:endParaRPr lang="en-US" sz="3200" b="0" u="none" strike="noStrike" dirty="0">
              <a:solidFill>
                <a:schemeClr val="tx1"/>
              </a:solidFill>
              <a:effectLst/>
              <a:uFillTx/>
              <a:latin typeface="Bahnschrift SemiBold SemiCondensed" panose="020B0502040204020203" charset="0"/>
              <a:cs typeface="Bahnschrift SemiBold SemiCondensed" panose="020B0502040204020203" charset="0"/>
            </a:endParaRPr>
          </a:p>
          <a:p>
            <a:r>
              <a:rPr lang="en-US" sz="3200" b="0" u="none" strike="noStrike" dirty="0">
                <a:solidFill>
                  <a:schemeClr val="tx1"/>
                </a:solidFill>
                <a:effectLst/>
                <a:uFillTx/>
                <a:latin typeface="Bahnschrift SemiBold SemiCondensed" panose="020B0502040204020203" charset="0"/>
                <a:ea typeface="Calibri" panose="020F0502020204030204"/>
                <a:cs typeface="Bahnschrift SemiBold SemiCondensed" panose="020B0502040204020203" charset="0"/>
              </a:rPr>
              <a:t>• Parses tokens into structured Abstract Syntax Tree (AST).</a:t>
            </a:r>
            <a:endParaRPr lang="en-US" sz="3200" b="0" u="none" strike="noStrike" dirty="0">
              <a:solidFill>
                <a:schemeClr val="tx1"/>
              </a:solidFill>
              <a:effectLst/>
              <a:uFillTx/>
              <a:latin typeface="Bahnschrift SemiBold SemiCondensed" panose="020B0502040204020203" charset="0"/>
              <a:cs typeface="Bahnschrift SemiBold SemiCondensed" panose="020B0502040204020203" charset="0"/>
            </a:endParaRPr>
          </a:p>
          <a:p>
            <a:r>
              <a:rPr lang="en-US" sz="3200" b="0" u="none" strike="noStrike" dirty="0">
                <a:solidFill>
                  <a:schemeClr val="tx1"/>
                </a:solidFill>
                <a:effectLst/>
                <a:uFillTx/>
                <a:latin typeface="Bahnschrift SemiBold SemiCondensed" panose="020B0502040204020203" charset="0"/>
                <a:ea typeface="Calibri" panose="020F0502020204030204"/>
                <a:cs typeface="Bahnschrift SemiBold SemiCondensed" panose="020B0502040204020203" charset="0"/>
              </a:rPr>
              <a:t>• Manages hierarchical constructs like DEPLOYMENT, SERVICE, and OPTIMIZE blocks.</a:t>
            </a:r>
            <a:endParaRPr lang="en-US" sz="3200" b="0" u="none" strike="noStrike" dirty="0">
              <a:solidFill>
                <a:schemeClr val="tx1"/>
              </a:solidFill>
              <a:effectLst/>
              <a:uFillTx/>
              <a:latin typeface="Bahnschrift SemiBold SemiCondensed" panose="020B0502040204020203" charset="0"/>
              <a:cs typeface="Bahnschrift SemiBold SemiCondensed" panose="020B0502040204020203" charset="0"/>
            </a:endParaRPr>
          </a:p>
          <a:p>
            <a:r>
              <a:rPr lang="en-US" sz="3200" b="0" u="none" strike="noStrike" dirty="0">
                <a:solidFill>
                  <a:schemeClr val="tx1"/>
                </a:solidFill>
                <a:effectLst/>
                <a:uFillTx/>
                <a:latin typeface="Bahnschrift SemiBold SemiCondensed" panose="020B0502040204020203" charset="0"/>
                <a:ea typeface="Calibri" panose="020F0502020204030204"/>
                <a:cs typeface="Bahnschrift SemiBold SemiCondensed" panose="020B0502040204020203" charset="0"/>
              </a:rPr>
              <a:t>• Calls AST construction functions defined in </a:t>
            </a:r>
            <a:r>
              <a:rPr lang="en-US" sz="3200" b="0" u="none" strike="noStrike" dirty="0" err="1">
                <a:solidFill>
                  <a:schemeClr val="tx1"/>
                </a:solidFill>
                <a:effectLst/>
                <a:uFillTx/>
                <a:latin typeface="Bahnschrift SemiBold SemiCondensed" panose="020B0502040204020203" charset="0"/>
                <a:ea typeface="Calibri" panose="020F0502020204030204"/>
                <a:cs typeface="Bahnschrift SemiBold SemiCondensed" panose="020B0502040204020203" charset="0"/>
              </a:rPr>
              <a:t>ast.c</a:t>
            </a:r>
            <a:r>
              <a:rPr lang="en-US" sz="3200" b="0" u="none" strike="noStrike" dirty="0">
                <a:solidFill>
                  <a:schemeClr val="tx1"/>
                </a:solidFill>
                <a:effectLst/>
                <a:uFillTx/>
                <a:latin typeface="Bahnschrift SemiBold SemiCondensed" panose="020B0502040204020203" charset="0"/>
                <a:ea typeface="Calibri" panose="020F0502020204030204"/>
                <a:cs typeface="Bahnschrift SemiBold SemiCondensed" panose="020B0502040204020203" charset="0"/>
              </a:rPr>
              <a:t>.</a:t>
            </a:r>
            <a:endParaRPr lang="en-US" sz="3200" b="0" u="none" strike="noStrike" dirty="0">
              <a:solidFill>
                <a:schemeClr val="tx1"/>
              </a:solidFill>
              <a:effectLst/>
              <a:uFillTx/>
              <a:latin typeface="Bahnschrift SemiBold SemiCondensed" panose="020B0502040204020203" charset="0"/>
              <a:ea typeface="Calibri" panose="020F0502020204030204"/>
              <a:cs typeface="Bahnschrift SemiBold SemiCondensed" panose="020B0502040204020203" charset="0"/>
            </a:endParaRPr>
          </a:p>
        </p:txBody>
      </p:sp>
      <p:sp>
        <p:nvSpPr>
          <p:cNvPr id="4" name="Title 2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457200" y="27468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vert="horz" lIns="90000" tIns="45000" rIns="90000" bIns="45000" rtlCol="0" anchor="ctr">
            <a:normAutofit fontScale="90000"/>
          </a:bodyPr>
          <a:lstStyle>
            <a:lvl1pPr marL="0" marR="0" algn="ctr" defTabSz="457200" rtl="1" eaLnBrk="1" fontAlgn="auto" latinLnBrk="0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kumimoji="0" lang="en-US" sz="4400" b="0" i="0" u="sng" strike="noStrike" kern="1200" cap="none" spc="0" normalizeH="0" baseline="0" noProof="1" dirty="0"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n-cs"/>
              </a:defRPr>
            </a:lvl1pPr>
          </a:lstStyle>
          <a:p>
            <a:r>
              <a:rPr>
                <a:solidFill>
                  <a:schemeClr val="tx1"/>
                </a:solidFill>
                <a:latin typeface="Bahnschrift SemiBold SemiCondensed" panose="020B0502040204020203" charset="0"/>
                <a:cs typeface="Bahnschrift SemiBold SemiCondensed" panose="020B0502040204020203" charset="0"/>
              </a:rPr>
              <a:t>File: parser.y (Syntax Analyser)</a:t>
            </a:r>
            <a:endParaRPr>
              <a:solidFill>
                <a:schemeClr val="tx1"/>
              </a:solidFill>
              <a:latin typeface="Bahnschrift SemiBold SemiCondensed" panose="020B0502040204020203" charset="0"/>
              <a:cs typeface="Bahnschrift SemiBold SemiCondensed" panose="020B0502040204020203" charset="0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/>
          <p:cNvSpPr txBox="1"/>
          <p:nvPr>
            <p:custDataLst>
              <p:tags r:id="rId1"/>
            </p:custDataLst>
          </p:nvPr>
        </p:nvSpPr>
        <p:spPr>
          <a:xfrm>
            <a:off x="457200" y="27468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wrap="square" lIns="90000" tIns="45000" rIns="90000" bIns="45000" anchor="ctr">
            <a:normAutofit fontScale="80000"/>
          </a:bodyPr>
          <a:lstStyle/>
          <a:p>
            <a:pPr algn="ctr" rtl="1"/>
            <a:r>
              <a:rPr lang="en-US" sz="4400" b="0" u="sng" strike="noStrike" dirty="0">
                <a:solidFill>
                  <a:schemeClr val="tx1"/>
                </a:solidFill>
                <a:effectLst/>
                <a:uFillTx/>
                <a:latin typeface="Bahnschrift SemiBold SemiCondensed" panose="020B0502040204020203" charset="0"/>
                <a:ea typeface="Calibri" panose="020F0502020204030204"/>
                <a:cs typeface="Bahnschrift SemiBold SemiCondensed" panose="020B0502040204020203" charset="0"/>
              </a:rPr>
              <a:t>File: </a:t>
            </a:r>
            <a:r>
              <a:rPr lang="en-US" sz="4400" b="0" u="sng" strike="noStrike" dirty="0" err="1">
                <a:solidFill>
                  <a:schemeClr val="tx1"/>
                </a:solidFill>
                <a:effectLst/>
                <a:uFillTx/>
                <a:latin typeface="Bahnschrift SemiBold SemiCondensed" panose="020B0502040204020203" charset="0"/>
                <a:ea typeface="Calibri" panose="020F0502020204030204"/>
                <a:cs typeface="Bahnschrift SemiBold SemiCondensed" panose="020B0502040204020203" charset="0"/>
              </a:rPr>
              <a:t>optimiser.c</a:t>
            </a:r>
            <a:r>
              <a:rPr lang="en-US" sz="4400" b="0" u="sng" strike="noStrike" dirty="0">
                <a:solidFill>
                  <a:schemeClr val="tx1"/>
                </a:solidFill>
                <a:effectLst/>
                <a:uFillTx/>
                <a:latin typeface="Bahnschrift SemiBold SemiCondensed" panose="020B0502040204020203" charset="0"/>
                <a:ea typeface="Calibri" panose="020F0502020204030204"/>
                <a:cs typeface="Bahnschrift SemiBold SemiCondensed" panose="020B0502040204020203" charset="0"/>
              </a:rPr>
              <a:t> (</a:t>
            </a:r>
            <a:r>
              <a:rPr lang="en-US" sz="4400" b="0" u="sng" strike="noStrike" dirty="0" err="1">
                <a:solidFill>
                  <a:schemeClr val="tx1"/>
                </a:solidFill>
                <a:effectLst/>
                <a:uFillTx/>
                <a:latin typeface="Bahnschrift SemiBold SemiCondensed" panose="020B0502040204020203" charset="0"/>
                <a:ea typeface="Calibri" panose="020F0502020204030204"/>
                <a:cs typeface="Bahnschrift SemiBold SemiCondensed" panose="020B0502040204020203" charset="0"/>
              </a:rPr>
              <a:t>Optimisation</a:t>
            </a:r>
            <a:r>
              <a:rPr lang="en-US" sz="4400" b="0" u="sng" strike="noStrike" dirty="0">
                <a:solidFill>
                  <a:schemeClr val="tx1"/>
                </a:solidFill>
                <a:effectLst/>
                <a:uFillTx/>
                <a:latin typeface="Bahnschrift SemiBold SemiCondensed" panose="020B0502040204020203" charset="0"/>
                <a:ea typeface="Calibri" panose="020F0502020204030204"/>
                <a:cs typeface="Bahnschrift SemiBold SemiCondensed" panose="020B0502040204020203" charset="0"/>
              </a:rPr>
              <a:t> Phase)</a:t>
            </a:r>
            <a:endParaRPr lang="en-US" sz="4400" b="0" u="sng" strike="noStrike" dirty="0">
              <a:solidFill>
                <a:schemeClr val="tx1"/>
              </a:solidFill>
              <a:effectLst/>
              <a:uFillTx/>
              <a:latin typeface="Bahnschrift SemiBold SemiCondensed" panose="020B0502040204020203" charset="0"/>
              <a:ea typeface="Calibri" panose="020F0502020204030204"/>
              <a:cs typeface="Bahnschrift SemiBold SemiCondensed" panose="020B0502040204020203" charset="0"/>
            </a:endParaRPr>
          </a:p>
        </p:txBody>
      </p:sp>
      <p:sp>
        <p:nvSpPr>
          <p:cNvPr id="19" name="TextBox 18"/>
          <p:cNvSpPr txBox="1"/>
          <p:nvPr>
            <p:custDataLst>
              <p:tags r:id="rId2"/>
            </p:custDataLst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wrap="square" lIns="90000" tIns="45000" rIns="90000" bIns="45000" anchor="t">
            <a:normAutofit/>
          </a:bodyPr>
          <a:lstStyle/>
          <a:p>
            <a:r>
              <a:rPr lang="en-US" sz="3200" b="0" u="none" strike="noStrike" dirty="0">
                <a:solidFill>
                  <a:schemeClr val="tx1"/>
                </a:solidFill>
                <a:effectLst/>
                <a:uFillTx/>
                <a:latin typeface="Bahnschrift SemiBold SemiCondensed" panose="020B0502040204020203" charset="0"/>
                <a:ea typeface="Calibri" panose="020F0502020204030204"/>
                <a:cs typeface="Bahnschrift SemiBold SemiCondensed" panose="020B0502040204020203" charset="0"/>
              </a:rPr>
              <a:t>• Analyses constraints (cost, latency) and adjusts deployment parameters.</a:t>
            </a:r>
            <a:endParaRPr lang="en-US" sz="3200" b="0" u="none" strike="noStrike" dirty="0">
              <a:solidFill>
                <a:schemeClr val="tx1"/>
              </a:solidFill>
              <a:effectLst/>
              <a:uFillTx/>
              <a:latin typeface="Bahnschrift SemiBold SemiCondensed" panose="020B0502040204020203" charset="0"/>
              <a:cs typeface="Bahnschrift SemiBold SemiCondensed" panose="020B0502040204020203" charset="0"/>
            </a:endParaRPr>
          </a:p>
          <a:p>
            <a:r>
              <a:rPr lang="en-US" sz="3200" b="0" u="none" strike="noStrike" dirty="0">
                <a:solidFill>
                  <a:schemeClr val="tx1"/>
                </a:solidFill>
                <a:effectLst/>
                <a:uFillTx/>
                <a:latin typeface="Bahnschrift SemiBold SemiCondensed" panose="020B0502040204020203" charset="0"/>
                <a:ea typeface="Calibri" panose="020F0502020204030204"/>
                <a:cs typeface="Bahnschrift SemiBold SemiCondensed" panose="020B0502040204020203" charset="0"/>
              </a:rPr>
              <a:t>• Example: increases service replicas to reduce latency while staying within cost limits.</a:t>
            </a:r>
            <a:endParaRPr lang="en-US" sz="3200" b="0" u="none" strike="noStrike" dirty="0">
              <a:solidFill>
                <a:schemeClr val="tx1"/>
              </a:solidFill>
              <a:effectLst/>
              <a:uFillTx/>
              <a:latin typeface="Bahnschrift SemiBold SemiCondensed" panose="020B0502040204020203" charset="0"/>
              <a:cs typeface="Bahnschrift SemiBold SemiCondensed" panose="020B0502040204020203" charset="0"/>
            </a:endParaRPr>
          </a:p>
          <a:p>
            <a:r>
              <a:rPr lang="en-US" sz="3200" b="0" u="none" strike="noStrike" dirty="0">
                <a:solidFill>
                  <a:schemeClr val="tx1"/>
                </a:solidFill>
                <a:effectLst/>
                <a:uFillTx/>
                <a:latin typeface="Bahnschrift SemiBold SemiCondensed" panose="020B0502040204020203" charset="0"/>
                <a:ea typeface="Calibri" panose="020F0502020204030204"/>
                <a:cs typeface="Bahnschrift SemiBold SemiCondensed" panose="020B0502040204020203" charset="0"/>
              </a:rPr>
              <a:t>• Demonstrates compiler </a:t>
            </a:r>
            <a:r>
              <a:rPr lang="en-US" sz="3200" b="0" u="none" strike="noStrike" dirty="0" err="1">
                <a:solidFill>
                  <a:schemeClr val="tx1"/>
                </a:solidFill>
                <a:effectLst/>
                <a:uFillTx/>
                <a:latin typeface="Bahnschrift SemiBold SemiCondensed" panose="020B0502040204020203" charset="0"/>
                <a:ea typeface="Calibri" panose="020F0502020204030204"/>
                <a:cs typeface="Bahnschrift SemiBold SemiCondensed" panose="020B0502040204020203" charset="0"/>
              </a:rPr>
              <a:t>optimisation</a:t>
            </a:r>
            <a:r>
              <a:rPr lang="en-US" sz="3200" b="0" u="none" strike="noStrike" dirty="0">
                <a:solidFill>
                  <a:schemeClr val="tx1"/>
                </a:solidFill>
                <a:effectLst/>
                <a:uFillTx/>
                <a:latin typeface="Bahnschrift SemiBold SemiCondensed" panose="020B0502040204020203" charset="0"/>
                <a:ea typeface="Calibri" panose="020F0502020204030204"/>
                <a:cs typeface="Bahnschrift SemiBold SemiCondensed" panose="020B0502040204020203" charset="0"/>
              </a:rPr>
              <a:t> phase.</a:t>
            </a:r>
            <a:endParaRPr lang="en-US" sz="3200" b="0" u="none" strike="noStrike" dirty="0">
              <a:solidFill>
                <a:schemeClr val="tx1"/>
              </a:solidFill>
              <a:effectLst/>
              <a:uFillTx/>
              <a:latin typeface="Bahnschrift SemiBold SemiCondensed" panose="020B0502040204020203" charset="0"/>
              <a:ea typeface="Calibri" panose="020F0502020204030204"/>
              <a:cs typeface="Bahnschrift SemiBold SemiCondensed" panose="020B0502040204020203" charset="0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0"/>
          <p:cNvSpPr txBox="1"/>
          <p:nvPr>
            <p:custDataLst>
              <p:tags r:id="rId1"/>
            </p:custDataLst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r>
              <a:rPr lang="en-US" sz="3200" b="0" u="none" strike="noStrike">
                <a:solidFill>
                  <a:schemeClr val="tx1"/>
                </a:solidFill>
                <a:effectLst/>
                <a:uFillTx/>
                <a:latin typeface="Bahnschrift SemiBold SemiCondensed" panose="020B0502040204020203" charset="0"/>
                <a:ea typeface="Calibri" panose="020F0502020204030204"/>
                <a:cs typeface="Bahnschrift SemiBold SemiCondensed" panose="020B0502040204020203" charset="0"/>
              </a:rPr>
              <a:t>• Generates JSON deployment plan from optimised AST.</a:t>
            </a:r>
            <a:endParaRPr lang="en-US" sz="3200" b="0" u="none" strike="noStrike">
              <a:solidFill>
                <a:schemeClr val="tx1"/>
              </a:solidFill>
              <a:effectLst/>
              <a:uFillTx/>
              <a:latin typeface="Bahnschrift SemiBold SemiCondensed" panose="020B0502040204020203" charset="0"/>
              <a:cs typeface="Bahnschrift SemiBold SemiCondensed" panose="020B0502040204020203" charset="0"/>
            </a:endParaRPr>
          </a:p>
          <a:p>
            <a:r>
              <a:rPr lang="en-US" sz="3200" b="0" u="none" strike="noStrike">
                <a:solidFill>
                  <a:schemeClr val="tx1"/>
                </a:solidFill>
                <a:effectLst/>
                <a:uFillTx/>
                <a:latin typeface="Bahnschrift SemiBold SemiCondensed" panose="020B0502040204020203" charset="0"/>
                <a:ea typeface="Calibri" panose="020F0502020204030204"/>
                <a:cs typeface="Bahnschrift SemiBold SemiCondensed" panose="020B0502040204020203" charset="0"/>
              </a:rPr>
              <a:t>• Converts internal data structures into structured JSON.</a:t>
            </a:r>
            <a:endParaRPr lang="en-US" sz="3200" b="0" u="none" strike="noStrike">
              <a:solidFill>
                <a:schemeClr val="tx1"/>
              </a:solidFill>
              <a:effectLst/>
              <a:uFillTx/>
              <a:latin typeface="Bahnschrift SemiBold SemiCondensed" panose="020B0502040204020203" charset="0"/>
              <a:cs typeface="Bahnschrift SemiBold SemiCondensed" panose="020B0502040204020203" charset="0"/>
            </a:endParaRPr>
          </a:p>
          <a:p>
            <a:r>
              <a:rPr lang="en-US" sz="3200" b="0" u="none" strike="noStrike">
                <a:solidFill>
                  <a:schemeClr val="tx1"/>
                </a:solidFill>
                <a:effectLst/>
                <a:uFillTx/>
                <a:latin typeface="Bahnschrift SemiBold SemiCondensed" panose="020B0502040204020203" charset="0"/>
                <a:ea typeface="Calibri" panose="020F0502020204030204"/>
                <a:cs typeface="Bahnschrift SemiBold SemiCondensed" panose="020B0502040204020203" charset="0"/>
              </a:rPr>
              <a:t>• Handles formatting and ensures readable, valid output.</a:t>
            </a:r>
            <a:endParaRPr lang="en-US" sz="3200" b="0" u="none" strike="noStrike">
              <a:solidFill>
                <a:schemeClr val="tx1"/>
              </a:solidFill>
              <a:effectLst/>
              <a:uFillTx/>
              <a:latin typeface="Bahnschrift SemiBold SemiCondensed" panose="020B0502040204020203" charset="0"/>
              <a:ea typeface="Calibri" panose="020F0502020204030204"/>
              <a:cs typeface="Bahnschrift SemiBold SemiCondensed" panose="020B0502040204020203" charset="0"/>
            </a:endParaRPr>
          </a:p>
        </p:txBody>
      </p:sp>
      <p:sp>
        <p:nvSpPr>
          <p:cNvPr id="4" name="Title 2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457200" y="27468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vert="horz" lIns="90000" tIns="45000" rIns="90000" bIns="45000" rtlCol="0" anchor="ctr">
            <a:normAutofit fontScale="80000"/>
          </a:bodyPr>
          <a:lstStyle>
            <a:lvl1pPr marL="0" marR="0" algn="ctr" defTabSz="457200" rtl="1" eaLnBrk="1" fontAlgn="auto" latinLnBrk="0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kumimoji="0" lang="en-US" sz="4400" b="0" i="0" u="sng" strike="noStrike" kern="1200" cap="none" spc="0" normalizeH="0" baseline="0" noProof="1" dirty="0"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n-cs"/>
              </a:defRPr>
            </a:lvl1pPr>
          </a:lstStyle>
          <a:p>
            <a:r>
              <a:rPr>
                <a:solidFill>
                  <a:schemeClr val="tx1"/>
                </a:solidFill>
                <a:latin typeface="Bahnschrift SemiBold SemiCondensed" panose="020B0502040204020203" charset="0"/>
                <a:cs typeface="Bahnschrift SemiBold SemiCondensed" panose="020B0502040204020203" charset="0"/>
              </a:rPr>
              <a:t>File: codegen.c (Code Generation)</a:t>
            </a:r>
            <a:endParaRPr>
              <a:solidFill>
                <a:schemeClr val="tx1"/>
              </a:solidFill>
              <a:latin typeface="Bahnschrift SemiBold SemiCondensed" panose="020B0502040204020203" charset="0"/>
              <a:cs typeface="Bahnschrift SemiBold SemiCondensed" panose="020B0502040204020203" charset="0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2"/>
          <p:cNvSpPr txBox="1"/>
          <p:nvPr>
            <p:custDataLst>
              <p:tags r:id="rId1"/>
            </p:custDataLst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wrap="square" lIns="90000" tIns="45000" rIns="90000" bIns="45000" anchor="t">
            <a:normAutofit/>
          </a:bodyPr>
          <a:lstStyle/>
          <a:p>
            <a:r>
              <a:rPr lang="en-US" sz="3200" b="0" u="none" strike="noStrike" dirty="0">
                <a:solidFill>
                  <a:schemeClr val="tx1"/>
                </a:solidFill>
                <a:effectLst/>
                <a:uFillTx/>
                <a:latin typeface="Bahnschrift SemiBold SemiCondensed" panose="020B0502040204020203" charset="0"/>
                <a:ea typeface="Calibri" panose="020F0502020204030204"/>
                <a:cs typeface="Bahnschrift SemiBold SemiCondensed" panose="020B0502040204020203" charset="0"/>
              </a:rPr>
              <a:t>• Acts as the entry point of the compiler.</a:t>
            </a:r>
            <a:endParaRPr lang="en-US" sz="3200" b="0" u="none" strike="noStrike" dirty="0">
              <a:solidFill>
                <a:schemeClr val="tx1"/>
              </a:solidFill>
              <a:effectLst/>
              <a:uFillTx/>
              <a:latin typeface="Bahnschrift SemiBold SemiCondensed" panose="020B0502040204020203" charset="0"/>
              <a:cs typeface="Bahnschrift SemiBold SemiCondensed" panose="020B0502040204020203" charset="0"/>
            </a:endParaRPr>
          </a:p>
          <a:p>
            <a:r>
              <a:rPr lang="en-US" sz="3200" b="0" u="none" strike="noStrike" dirty="0">
                <a:solidFill>
                  <a:schemeClr val="tx1"/>
                </a:solidFill>
                <a:effectLst/>
                <a:uFillTx/>
                <a:latin typeface="Bahnschrift SemiBold SemiCondensed" panose="020B0502040204020203" charset="0"/>
                <a:ea typeface="Calibri" panose="020F0502020204030204"/>
                <a:cs typeface="Bahnschrift SemiBold SemiCondensed" panose="020B0502040204020203" charset="0"/>
              </a:rPr>
              <a:t>• Opens input .</a:t>
            </a:r>
            <a:r>
              <a:rPr lang="en-US" sz="3200" b="0" u="none" strike="noStrike" dirty="0" err="1">
                <a:solidFill>
                  <a:schemeClr val="tx1"/>
                </a:solidFill>
                <a:effectLst/>
                <a:uFillTx/>
                <a:latin typeface="Bahnschrift SemiBold SemiCondensed" panose="020B0502040204020203" charset="0"/>
                <a:ea typeface="Calibri" panose="020F0502020204030204"/>
                <a:cs typeface="Bahnschrift SemiBold SemiCondensed" panose="020B0502040204020203" charset="0"/>
              </a:rPr>
              <a:t>ddl</a:t>
            </a:r>
            <a:r>
              <a:rPr lang="en-US" sz="3200" b="0" u="none" strike="noStrike" dirty="0">
                <a:solidFill>
                  <a:schemeClr val="tx1"/>
                </a:solidFill>
                <a:effectLst/>
                <a:uFillTx/>
                <a:latin typeface="Bahnschrift SemiBold SemiCondensed" panose="020B0502040204020203" charset="0"/>
                <a:ea typeface="Calibri" panose="020F0502020204030204"/>
                <a:cs typeface="Bahnschrift SemiBold SemiCondensed" panose="020B0502040204020203" charset="0"/>
              </a:rPr>
              <a:t> file and invokes </a:t>
            </a:r>
            <a:r>
              <a:rPr lang="en-US" sz="3200" b="0" u="none" strike="noStrike" dirty="0" err="1">
                <a:solidFill>
                  <a:schemeClr val="tx1"/>
                </a:solidFill>
                <a:effectLst/>
                <a:uFillTx/>
                <a:latin typeface="Bahnschrift SemiBold SemiCondensed" panose="020B0502040204020203" charset="0"/>
                <a:ea typeface="Calibri" panose="020F0502020204030204"/>
                <a:cs typeface="Bahnschrift SemiBold SemiCondensed" panose="020B0502040204020203" charset="0"/>
              </a:rPr>
              <a:t>lexer</a:t>
            </a:r>
            <a:r>
              <a:rPr lang="en-US" sz="3200" b="0" u="none" strike="noStrike" dirty="0">
                <a:solidFill>
                  <a:schemeClr val="tx1"/>
                </a:solidFill>
                <a:effectLst/>
                <a:uFillTx/>
                <a:latin typeface="Bahnschrift SemiBold SemiCondensed" panose="020B0502040204020203" charset="0"/>
                <a:ea typeface="Calibri" panose="020F0502020204030204"/>
                <a:cs typeface="Bahnschrift SemiBold SemiCondensed" panose="020B0502040204020203" charset="0"/>
              </a:rPr>
              <a:t>, parser, </a:t>
            </a:r>
            <a:r>
              <a:rPr lang="en-US" sz="3200" b="0" u="none" strike="noStrike" dirty="0" err="1">
                <a:solidFill>
                  <a:schemeClr val="tx1"/>
                </a:solidFill>
                <a:effectLst/>
                <a:uFillTx/>
                <a:latin typeface="Bahnschrift SemiBold SemiCondensed" panose="020B0502040204020203" charset="0"/>
                <a:ea typeface="Calibri" panose="020F0502020204030204"/>
                <a:cs typeface="Bahnschrift SemiBold SemiCondensed" panose="020B0502040204020203" charset="0"/>
              </a:rPr>
              <a:t>optimiser</a:t>
            </a:r>
            <a:r>
              <a:rPr lang="en-US" sz="3200" b="0" u="none" strike="noStrike" dirty="0">
                <a:solidFill>
                  <a:schemeClr val="tx1"/>
                </a:solidFill>
                <a:effectLst/>
                <a:uFillTx/>
                <a:latin typeface="Bahnschrift SemiBold SemiCondensed" panose="020B0502040204020203" charset="0"/>
                <a:ea typeface="Calibri" panose="020F0502020204030204"/>
                <a:cs typeface="Bahnschrift SemiBold SemiCondensed" panose="020B0502040204020203" charset="0"/>
              </a:rPr>
              <a:t>, and code generator.</a:t>
            </a:r>
            <a:endParaRPr lang="en-US" sz="3200" b="0" u="none" strike="noStrike" dirty="0">
              <a:solidFill>
                <a:schemeClr val="tx1"/>
              </a:solidFill>
              <a:effectLst/>
              <a:uFillTx/>
              <a:latin typeface="Bahnschrift SemiBold SemiCondensed" panose="020B0502040204020203" charset="0"/>
              <a:cs typeface="Bahnschrift SemiBold SemiCondensed" panose="020B0502040204020203" charset="0"/>
            </a:endParaRPr>
          </a:p>
          <a:p>
            <a:r>
              <a:rPr lang="en-US" sz="3200" b="0" u="none" strike="noStrike" dirty="0">
                <a:solidFill>
                  <a:schemeClr val="tx1"/>
                </a:solidFill>
                <a:effectLst/>
                <a:uFillTx/>
                <a:latin typeface="Bahnschrift SemiBold SemiCondensed" panose="020B0502040204020203" charset="0"/>
                <a:ea typeface="Calibri" panose="020F0502020204030204"/>
                <a:cs typeface="Bahnschrift SemiBold SemiCondensed" panose="020B0502040204020203" charset="0"/>
              </a:rPr>
              <a:t>• Outputs final deployment plan to terminal or JSON file.</a:t>
            </a:r>
            <a:endParaRPr lang="en-US" sz="3200" b="0" u="none" strike="noStrike" dirty="0">
              <a:solidFill>
                <a:schemeClr val="tx1"/>
              </a:solidFill>
              <a:effectLst/>
              <a:uFillTx/>
              <a:latin typeface="Bahnschrift SemiBold SemiCondensed" panose="020B0502040204020203" charset="0"/>
              <a:ea typeface="Calibri" panose="020F0502020204030204"/>
              <a:cs typeface="Bahnschrift SemiBold SemiCondensed" panose="020B0502040204020203" charset="0"/>
            </a:endParaRPr>
          </a:p>
        </p:txBody>
      </p:sp>
      <p:sp>
        <p:nvSpPr>
          <p:cNvPr id="4" name="Title 2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457200" y="27468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vert="horz" lIns="90000" tIns="45000" rIns="90000" bIns="45000" rtlCol="0" anchor="ctr">
            <a:normAutofit/>
          </a:bodyPr>
          <a:lstStyle>
            <a:lvl1pPr marL="0" marR="0" algn="ctr" defTabSz="457200" rtl="1" eaLnBrk="1" fontAlgn="auto" latinLnBrk="0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kumimoji="0" lang="en-US" sz="4400" b="0" i="0" u="sng" strike="noStrike" kern="1200" cap="none" spc="0" normalizeH="0" baseline="0" noProof="1" dirty="0"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n-cs"/>
              </a:defRPr>
            </a:lvl1pPr>
          </a:lstStyle>
          <a:p>
            <a:r>
              <a:rPr>
                <a:solidFill>
                  <a:schemeClr val="tx1"/>
                </a:solidFill>
                <a:latin typeface="Bahnschrift SemiBold SemiCondensed" panose="020B0502040204020203" charset="0"/>
                <a:cs typeface="Bahnschrift SemiBold SemiCondensed" panose="020B0502040204020203" charset="0"/>
              </a:rPr>
              <a:t>File: main.c (Compiler Driver)</a:t>
            </a:r>
            <a:endParaRPr>
              <a:solidFill>
                <a:schemeClr val="tx1"/>
              </a:solidFill>
              <a:latin typeface="Bahnschrift SemiBold SemiCondensed" panose="020B0502040204020203" charset="0"/>
              <a:cs typeface="Bahnschrift SemiBold SemiCondensed" panose="020B0502040204020203" charset="0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Box 24"/>
          <p:cNvSpPr txBox="1"/>
          <p:nvPr>
            <p:custDataLst>
              <p:tags r:id="rId1"/>
            </p:custDataLst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wrap="square" lIns="90000" tIns="45000" rIns="90000" bIns="45000" anchor="t">
            <a:normAutofit/>
          </a:bodyPr>
          <a:lstStyle/>
          <a:p>
            <a:pPr marL="202565" indent="-202565" rtl="1">
              <a:spcBef>
                <a:spcPts val="335"/>
              </a:spcBef>
              <a:buClr>
                <a:srgbClr val="000000"/>
              </a:buClr>
              <a:buSzPct val="45000"/>
            </a:pPr>
            <a:r>
              <a:rPr lang="en-US" sz="1400" b="0" u="none" strike="noStrike">
                <a:solidFill>
                  <a:schemeClr val="tx1"/>
                </a:solidFill>
                <a:effectLst/>
                <a:uFillTx/>
                <a:latin typeface="Bahnschrift SemiBold SemiCondensed" panose="020B0502040204020203" charset="0"/>
                <a:ea typeface="Calibri" panose="020F0502020204030204"/>
                <a:cs typeface="Bahnschrift SemiBold SemiCondensed" panose="020B0502040204020203" charset="0"/>
              </a:rPr>
              <a:t>Input DSL (sample_env.ddl):</a:t>
            </a:r>
            <a:endParaRPr lang="en-US" sz="1400" b="0" u="none" strike="noStrike">
              <a:solidFill>
                <a:schemeClr val="tx1"/>
              </a:solidFill>
              <a:effectLst/>
              <a:uFillTx/>
              <a:latin typeface="Bahnschrift SemiBold SemiCondensed" panose="020B0502040204020203" charset="0"/>
              <a:cs typeface="Bahnschrift SemiBold SemiCondensed" panose="020B0502040204020203" charset="0"/>
            </a:endParaRPr>
          </a:p>
          <a:p>
            <a:pPr marL="202565" indent="-202565" rtl="1">
              <a:spcBef>
                <a:spcPts val="335"/>
              </a:spcBef>
              <a:buClr>
                <a:srgbClr val="000000"/>
              </a:buClr>
              <a:buSzPct val="45000"/>
            </a:pPr>
            <a:r>
              <a:rPr lang="en-US" sz="1400" b="0" u="none" strike="noStrike">
                <a:solidFill>
                  <a:schemeClr val="tx1"/>
                </a:solidFill>
                <a:effectLst/>
                <a:uFillTx/>
                <a:latin typeface="Bahnschrift SemiBold SemiCondensed" panose="020B0502040204020203" charset="0"/>
                <a:ea typeface="Calibri" panose="020F0502020204030204"/>
                <a:cs typeface="Bahnschrift SemiBold SemiCondensed" panose="020B0502040204020203" charset="0"/>
              </a:rPr>
              <a:t>DEPLOYMENT MyApp {</a:t>
            </a:r>
            <a:endParaRPr lang="en-US" sz="1400" b="0" u="none" strike="noStrike">
              <a:solidFill>
                <a:schemeClr val="tx1"/>
              </a:solidFill>
              <a:effectLst/>
              <a:uFillTx/>
              <a:latin typeface="Bahnschrift SemiBold SemiCondensed" panose="020B0502040204020203" charset="0"/>
              <a:cs typeface="Bahnschrift SemiBold SemiCondensed" panose="020B0502040204020203" charset="0"/>
            </a:endParaRPr>
          </a:p>
          <a:p>
            <a:pPr marL="202565" indent="-202565" rtl="1">
              <a:spcBef>
                <a:spcPts val="335"/>
              </a:spcBef>
              <a:buClr>
                <a:srgbClr val="000000"/>
              </a:buClr>
              <a:buSzPct val="45000"/>
            </a:pPr>
            <a:r>
              <a:rPr lang="en-US" sz="1400" b="0" u="none" strike="noStrike">
                <a:solidFill>
                  <a:schemeClr val="tx1"/>
                </a:solidFill>
                <a:effectLst/>
                <a:uFillTx/>
                <a:latin typeface="Bahnschrift SemiBold SemiCondensed" panose="020B0502040204020203" charset="0"/>
                <a:ea typeface="Calibri" panose="020F0502020204030204"/>
                <a:cs typeface="Bahnschrift SemiBold SemiCondensed" panose="020B0502040204020203" charset="0"/>
              </a:rPr>
              <a:t> PROVIDER aws;</a:t>
            </a:r>
            <a:endParaRPr lang="en-US" sz="1400" b="0" u="none" strike="noStrike">
              <a:solidFill>
                <a:schemeClr val="tx1"/>
              </a:solidFill>
              <a:effectLst/>
              <a:uFillTx/>
              <a:latin typeface="Bahnschrift SemiBold SemiCondensed" panose="020B0502040204020203" charset="0"/>
              <a:cs typeface="Bahnschrift SemiBold SemiCondensed" panose="020B0502040204020203" charset="0"/>
            </a:endParaRPr>
          </a:p>
          <a:p>
            <a:pPr marL="202565" indent="-202565" rtl="1">
              <a:spcBef>
                <a:spcPts val="335"/>
              </a:spcBef>
              <a:buClr>
                <a:srgbClr val="000000"/>
              </a:buClr>
              <a:buSzPct val="45000"/>
            </a:pPr>
            <a:r>
              <a:rPr lang="en-US" sz="1400" b="0" u="none" strike="noStrike">
                <a:solidFill>
                  <a:schemeClr val="tx1"/>
                </a:solidFill>
                <a:effectLst/>
                <a:uFillTx/>
                <a:latin typeface="Bahnschrift SemiBold SemiCondensed" panose="020B0502040204020203" charset="0"/>
                <a:ea typeface="Calibri" panose="020F0502020204030204"/>
                <a:cs typeface="Bahnschrift SemiBold SemiCondensed" panose="020B0502040204020203" charset="0"/>
              </a:rPr>
              <a:t> REGION us-east-1;</a:t>
            </a:r>
            <a:endParaRPr lang="en-US" sz="1400" b="0" u="none" strike="noStrike">
              <a:solidFill>
                <a:schemeClr val="tx1"/>
              </a:solidFill>
              <a:effectLst/>
              <a:uFillTx/>
              <a:latin typeface="Bahnschrift SemiBold SemiCondensed" panose="020B0502040204020203" charset="0"/>
              <a:cs typeface="Bahnschrift SemiBold SemiCondensed" panose="020B0502040204020203" charset="0"/>
            </a:endParaRPr>
          </a:p>
          <a:p>
            <a:pPr marL="202565" indent="-202565" rtl="1">
              <a:spcBef>
                <a:spcPts val="335"/>
              </a:spcBef>
              <a:buClr>
                <a:srgbClr val="000000"/>
              </a:buClr>
              <a:buSzPct val="45000"/>
            </a:pPr>
            <a:r>
              <a:rPr lang="en-US" sz="1400" b="0" u="none" strike="noStrike">
                <a:solidFill>
                  <a:schemeClr val="tx1"/>
                </a:solidFill>
                <a:effectLst/>
                <a:uFillTx/>
                <a:latin typeface="Bahnschrift SemiBold SemiCondensed" panose="020B0502040204020203" charset="0"/>
                <a:ea typeface="Calibri" panose="020F0502020204030204"/>
                <a:cs typeface="Bahnschrift SemiBold SemiCondensed" panose="020B0502040204020203" charset="0"/>
              </a:rPr>
              <a:t> SERVICE web {</a:t>
            </a:r>
            <a:endParaRPr lang="en-US" sz="1400" b="0" u="none" strike="noStrike">
              <a:solidFill>
                <a:schemeClr val="tx1"/>
              </a:solidFill>
              <a:effectLst/>
              <a:uFillTx/>
              <a:latin typeface="Bahnschrift SemiBold SemiCondensed" panose="020B0502040204020203" charset="0"/>
              <a:cs typeface="Bahnschrift SemiBold SemiCondensed" panose="020B0502040204020203" charset="0"/>
            </a:endParaRPr>
          </a:p>
          <a:p>
            <a:pPr marL="202565" indent="-202565" rtl="1">
              <a:spcBef>
                <a:spcPts val="335"/>
              </a:spcBef>
              <a:buClr>
                <a:srgbClr val="000000"/>
              </a:buClr>
              <a:buSzPct val="45000"/>
            </a:pPr>
            <a:r>
              <a:rPr lang="en-US" sz="1400" b="0" u="none" strike="noStrike">
                <a:solidFill>
                  <a:schemeClr val="tx1"/>
                </a:solidFill>
                <a:effectLst/>
                <a:uFillTx/>
                <a:latin typeface="Bahnschrift SemiBold SemiCondensed" panose="020B0502040204020203" charset="0"/>
                <a:ea typeface="Calibri" panose="020F0502020204030204"/>
                <a:cs typeface="Bahnschrift SemiBold SemiCondensed" panose="020B0502040204020203" charset="0"/>
              </a:rPr>
              <a:t>   IMAGE "nginx:latest";</a:t>
            </a:r>
            <a:endParaRPr lang="en-US" sz="1400" b="0" u="none" strike="noStrike">
              <a:solidFill>
                <a:schemeClr val="tx1"/>
              </a:solidFill>
              <a:effectLst/>
              <a:uFillTx/>
              <a:latin typeface="Bahnschrift SemiBold SemiCondensed" panose="020B0502040204020203" charset="0"/>
              <a:cs typeface="Bahnschrift SemiBold SemiCondensed" panose="020B0502040204020203" charset="0"/>
            </a:endParaRPr>
          </a:p>
          <a:p>
            <a:pPr marL="202565" indent="-202565" rtl="1">
              <a:spcBef>
                <a:spcPts val="335"/>
              </a:spcBef>
              <a:buClr>
                <a:srgbClr val="000000"/>
              </a:buClr>
              <a:buSzPct val="45000"/>
            </a:pPr>
            <a:r>
              <a:rPr lang="en-US" sz="1400" b="0" u="none" strike="noStrike">
                <a:solidFill>
                  <a:schemeClr val="tx1"/>
                </a:solidFill>
                <a:effectLst/>
                <a:uFillTx/>
                <a:latin typeface="Bahnschrift SemiBold SemiCondensed" panose="020B0502040204020203" charset="0"/>
                <a:ea typeface="Calibri" panose="020F0502020204030204"/>
                <a:cs typeface="Bahnschrift SemiBold SemiCondensed" panose="020B0502040204020203" charset="0"/>
              </a:rPr>
              <a:t>   CPU 2;</a:t>
            </a:r>
            <a:endParaRPr lang="en-US" sz="1400" b="0" u="none" strike="noStrike">
              <a:solidFill>
                <a:schemeClr val="tx1"/>
              </a:solidFill>
              <a:effectLst/>
              <a:uFillTx/>
              <a:latin typeface="Bahnschrift SemiBold SemiCondensed" panose="020B0502040204020203" charset="0"/>
              <a:cs typeface="Bahnschrift SemiBold SemiCondensed" panose="020B0502040204020203" charset="0"/>
            </a:endParaRPr>
          </a:p>
          <a:p>
            <a:pPr marL="202565" indent="-202565" rtl="1">
              <a:spcBef>
                <a:spcPts val="335"/>
              </a:spcBef>
              <a:buClr>
                <a:srgbClr val="000000"/>
              </a:buClr>
              <a:buSzPct val="45000"/>
            </a:pPr>
            <a:r>
              <a:rPr lang="en-US" sz="1400" b="0" u="none" strike="noStrike">
                <a:solidFill>
                  <a:schemeClr val="tx1"/>
                </a:solidFill>
                <a:effectLst/>
                <a:uFillTx/>
                <a:latin typeface="Bahnschrift SemiBold SemiCondensed" panose="020B0502040204020203" charset="0"/>
                <a:ea typeface="Calibri" panose="020F0502020204030204"/>
                <a:cs typeface="Bahnschrift SemiBold SemiCondensed" panose="020B0502040204020203" charset="0"/>
              </a:rPr>
              <a:t>   MEM 1024;</a:t>
            </a:r>
            <a:endParaRPr lang="en-US" sz="1400" b="0" u="none" strike="noStrike">
              <a:solidFill>
                <a:schemeClr val="tx1"/>
              </a:solidFill>
              <a:effectLst/>
              <a:uFillTx/>
              <a:latin typeface="Bahnschrift SemiBold SemiCondensed" panose="020B0502040204020203" charset="0"/>
              <a:cs typeface="Bahnschrift SemiBold SemiCondensed" panose="020B0502040204020203" charset="0"/>
            </a:endParaRPr>
          </a:p>
          <a:p>
            <a:pPr marL="202565" indent="-202565" rtl="1">
              <a:spcBef>
                <a:spcPts val="335"/>
              </a:spcBef>
              <a:buClr>
                <a:srgbClr val="000000"/>
              </a:buClr>
              <a:buSzPct val="45000"/>
            </a:pPr>
            <a:r>
              <a:rPr lang="en-US" sz="1400" b="0" u="none" strike="noStrike">
                <a:solidFill>
                  <a:schemeClr val="tx1"/>
                </a:solidFill>
                <a:effectLst/>
                <a:uFillTx/>
                <a:latin typeface="Bahnschrift SemiBold SemiCondensed" panose="020B0502040204020203" charset="0"/>
                <a:ea typeface="Calibri" panose="020F0502020204030204"/>
                <a:cs typeface="Bahnschrift SemiBold SemiCondensed" panose="020B0502040204020203" charset="0"/>
              </a:rPr>
              <a:t>   REPLICAS 2;</a:t>
            </a:r>
            <a:endParaRPr lang="en-US" sz="1400" b="0" u="none" strike="noStrike">
              <a:solidFill>
                <a:schemeClr val="tx1"/>
              </a:solidFill>
              <a:effectLst/>
              <a:uFillTx/>
              <a:latin typeface="Bahnschrift SemiBold SemiCondensed" panose="020B0502040204020203" charset="0"/>
              <a:cs typeface="Bahnschrift SemiBold SemiCondensed" panose="020B0502040204020203" charset="0"/>
            </a:endParaRPr>
          </a:p>
          <a:p>
            <a:pPr marL="202565" indent="-202565" rtl="1">
              <a:spcBef>
                <a:spcPts val="335"/>
              </a:spcBef>
              <a:buClr>
                <a:srgbClr val="000000"/>
              </a:buClr>
              <a:buSzPct val="45000"/>
            </a:pPr>
            <a:r>
              <a:rPr lang="en-US" sz="1400" b="0" u="none" strike="noStrike">
                <a:solidFill>
                  <a:schemeClr val="tx1"/>
                </a:solidFill>
                <a:effectLst/>
                <a:uFillTx/>
                <a:latin typeface="Bahnschrift SemiBold SemiCondensed" panose="020B0502040204020203" charset="0"/>
                <a:ea typeface="Calibri" panose="020F0502020204030204"/>
                <a:cs typeface="Bahnschrift SemiBold SemiCondensed" panose="020B0502040204020203" charset="0"/>
              </a:rPr>
              <a:t> };</a:t>
            </a:r>
            <a:endParaRPr lang="en-US" sz="1400" b="0" u="none" strike="noStrike">
              <a:solidFill>
                <a:schemeClr val="tx1"/>
              </a:solidFill>
              <a:effectLst/>
              <a:uFillTx/>
              <a:latin typeface="Bahnschrift SemiBold SemiCondensed" panose="020B0502040204020203" charset="0"/>
              <a:cs typeface="Bahnschrift SemiBold SemiCondensed" panose="020B0502040204020203" charset="0"/>
            </a:endParaRPr>
          </a:p>
          <a:p>
            <a:pPr marL="202565" indent="-202565" rtl="1">
              <a:spcBef>
                <a:spcPts val="335"/>
              </a:spcBef>
              <a:buClr>
                <a:srgbClr val="000000"/>
              </a:buClr>
              <a:buSzPct val="45000"/>
            </a:pPr>
            <a:r>
              <a:rPr lang="en-US" sz="1400" b="0" u="none" strike="noStrike">
                <a:solidFill>
                  <a:schemeClr val="tx1"/>
                </a:solidFill>
                <a:effectLst/>
                <a:uFillTx/>
                <a:latin typeface="Bahnschrift SemiBold SemiCondensed" panose="020B0502040204020203" charset="0"/>
                <a:ea typeface="Calibri" panose="020F0502020204030204"/>
                <a:cs typeface="Bahnschrift SemiBold SemiCondensed" panose="020B0502040204020203" charset="0"/>
              </a:rPr>
              <a:t> OPTIMIZE { COST 500; LATENCY 80; };</a:t>
            </a:r>
            <a:endParaRPr lang="en-US" sz="1400" b="0" u="none" strike="noStrike">
              <a:solidFill>
                <a:schemeClr val="tx1"/>
              </a:solidFill>
              <a:effectLst/>
              <a:uFillTx/>
              <a:latin typeface="Bahnschrift SemiBold SemiCondensed" panose="020B0502040204020203" charset="0"/>
              <a:cs typeface="Bahnschrift SemiBold SemiCondensed" panose="020B0502040204020203" charset="0"/>
            </a:endParaRPr>
          </a:p>
          <a:p>
            <a:pPr marL="202565" indent="-202565" rtl="1">
              <a:spcBef>
                <a:spcPts val="335"/>
              </a:spcBef>
              <a:buClr>
                <a:srgbClr val="000000"/>
              </a:buClr>
              <a:buSzPct val="45000"/>
            </a:pPr>
            <a:r>
              <a:rPr lang="en-US" sz="1400" b="0" u="none" strike="noStrike">
                <a:solidFill>
                  <a:schemeClr val="tx1"/>
                </a:solidFill>
                <a:effectLst/>
                <a:uFillTx/>
                <a:latin typeface="Bahnschrift SemiBold SemiCondensed" panose="020B0502040204020203" charset="0"/>
                <a:ea typeface="Calibri" panose="020F0502020204030204"/>
                <a:cs typeface="Bahnschrift SemiBold SemiCondensed" panose="020B0502040204020203" charset="0"/>
              </a:rPr>
              <a:t>}</a:t>
            </a:r>
            <a:endParaRPr lang="en-US" sz="1400" b="0" u="none" strike="noStrike">
              <a:solidFill>
                <a:schemeClr val="tx1"/>
              </a:solidFill>
              <a:effectLst/>
              <a:uFillTx/>
              <a:latin typeface="Bahnschrift SemiBold SemiCondensed" panose="020B0502040204020203" charset="0"/>
              <a:cs typeface="Bahnschrift SemiBold SemiCondensed" panose="020B0502040204020203" charset="0"/>
            </a:endParaRPr>
          </a:p>
          <a:p>
            <a:pPr marL="202565" indent="-202565" rtl="1">
              <a:spcBef>
                <a:spcPts val="770"/>
              </a:spcBef>
              <a:buClr>
                <a:srgbClr val="000000"/>
              </a:buClr>
              <a:buSzPct val="45000"/>
            </a:pPr>
            <a:r>
              <a:rPr lang="en-US" sz="1800" b="0" u="none" strike="noStrike">
                <a:solidFill>
                  <a:schemeClr val="tx1"/>
                </a:solidFill>
                <a:effectLst/>
                <a:uFillTx/>
                <a:latin typeface="Bahnschrift SemiBold SemiCondensed" panose="020B0502040204020203" charset="0"/>
                <a:cs typeface="Bahnschrift SemiBold SemiCondensed" panose="020B0502040204020203" charset="0"/>
              </a:rPr>
              <a:t> </a:t>
            </a:r>
            <a:endParaRPr lang="en-US" sz="1800" b="0" u="none" strike="noStrike">
              <a:solidFill>
                <a:schemeClr val="tx1"/>
              </a:solidFill>
              <a:effectLst/>
              <a:uFillTx/>
              <a:latin typeface="Bahnschrift SemiBold SemiCondensed" panose="020B0502040204020203" charset="0"/>
              <a:cs typeface="Bahnschrift SemiBold SemiCondensed" panose="020B0502040204020203" charset="0"/>
            </a:endParaRPr>
          </a:p>
          <a:p>
            <a:pPr marL="202565" indent="-202565" rtl="1">
              <a:spcBef>
                <a:spcPts val="335"/>
              </a:spcBef>
              <a:buClr>
                <a:srgbClr val="000000"/>
              </a:buClr>
              <a:buSzPct val="45000"/>
            </a:pPr>
            <a:r>
              <a:rPr lang="en-US" sz="1400" b="0" u="none" strike="noStrike">
                <a:solidFill>
                  <a:schemeClr val="tx1"/>
                </a:solidFill>
                <a:effectLst/>
                <a:uFillTx/>
                <a:latin typeface="Bahnschrift SemiBold SemiCondensed" panose="020B0502040204020203" charset="0"/>
                <a:ea typeface="Calibri" panose="020F0502020204030204"/>
                <a:cs typeface="Bahnschrift SemiBold SemiCondensed" panose="020B0502040204020203" charset="0"/>
              </a:rPr>
              <a:t>Output JSON:</a:t>
            </a:r>
            <a:endParaRPr lang="en-US" sz="1400" b="0" u="none" strike="noStrike">
              <a:solidFill>
                <a:schemeClr val="tx1"/>
              </a:solidFill>
              <a:effectLst/>
              <a:uFillTx/>
              <a:latin typeface="Bahnschrift SemiBold SemiCondensed" panose="020B0502040204020203" charset="0"/>
              <a:cs typeface="Bahnschrift SemiBold SemiCondensed" panose="020B0502040204020203" charset="0"/>
            </a:endParaRPr>
          </a:p>
          <a:p>
            <a:pPr marL="202565" indent="-202565" rtl="1">
              <a:spcBef>
                <a:spcPts val="335"/>
              </a:spcBef>
              <a:buClr>
                <a:srgbClr val="000000"/>
              </a:buClr>
              <a:buSzPct val="45000"/>
            </a:pPr>
            <a:r>
              <a:rPr lang="en-US" sz="1400" b="0" u="none" strike="noStrike">
                <a:solidFill>
                  <a:schemeClr val="tx1"/>
                </a:solidFill>
                <a:effectLst/>
                <a:uFillTx/>
                <a:latin typeface="Bahnschrift SemiBold SemiCondensed" panose="020B0502040204020203" charset="0"/>
                <a:ea typeface="Calibri" panose="020F0502020204030204"/>
                <a:cs typeface="Bahnschrift SemiBold SemiCondensed" panose="020B0502040204020203" charset="0"/>
              </a:rPr>
              <a:t>{</a:t>
            </a:r>
            <a:endParaRPr lang="en-US" sz="1400" b="0" u="none" strike="noStrike">
              <a:solidFill>
                <a:schemeClr val="tx1"/>
              </a:solidFill>
              <a:effectLst/>
              <a:uFillTx/>
              <a:latin typeface="Bahnschrift SemiBold SemiCondensed" panose="020B0502040204020203" charset="0"/>
              <a:cs typeface="Bahnschrift SemiBold SemiCondensed" panose="020B0502040204020203" charset="0"/>
            </a:endParaRPr>
          </a:p>
          <a:p>
            <a:pPr marL="202565" indent="-202565" rtl="1">
              <a:spcBef>
                <a:spcPts val="335"/>
              </a:spcBef>
              <a:buClr>
                <a:srgbClr val="000000"/>
              </a:buClr>
              <a:buSzPct val="45000"/>
            </a:pPr>
            <a:r>
              <a:rPr lang="en-US" sz="1400" b="0" u="none" strike="noStrike">
                <a:solidFill>
                  <a:schemeClr val="tx1"/>
                </a:solidFill>
                <a:effectLst/>
                <a:uFillTx/>
                <a:latin typeface="Bahnschrift SemiBold SemiCondensed" panose="020B0502040204020203" charset="0"/>
                <a:ea typeface="Calibri" panose="020F0502020204030204"/>
                <a:cs typeface="Bahnschrift SemiBold SemiCondensed" panose="020B0502040204020203" charset="0"/>
              </a:rPr>
              <a:t> "deployment": "MyApp", "provider": "aws", "region": "us-east-1", ...</a:t>
            </a:r>
            <a:endParaRPr lang="en-US" sz="1400" b="0" u="none" strike="noStrike">
              <a:solidFill>
                <a:schemeClr val="tx1"/>
              </a:solidFill>
              <a:effectLst/>
              <a:uFillTx/>
              <a:latin typeface="Bahnschrift SemiBold SemiCondensed" panose="020B0502040204020203" charset="0"/>
              <a:cs typeface="Bahnschrift SemiBold SemiCondensed" panose="020B0502040204020203" charset="0"/>
            </a:endParaRPr>
          </a:p>
          <a:p>
            <a:pPr marL="202565" indent="-202565" rtl="1">
              <a:spcBef>
                <a:spcPts val="335"/>
              </a:spcBef>
              <a:buClr>
                <a:srgbClr val="000000"/>
              </a:buClr>
              <a:buSzPct val="45000"/>
            </a:pPr>
            <a:r>
              <a:rPr lang="en-US" sz="1400" b="0" u="none" strike="noStrike">
                <a:solidFill>
                  <a:schemeClr val="tx1"/>
                </a:solidFill>
                <a:effectLst/>
                <a:uFillTx/>
                <a:latin typeface="Bahnschrift SemiBold SemiCondensed" panose="020B0502040204020203" charset="0"/>
                <a:ea typeface="Calibri" panose="020F0502020204030204"/>
                <a:cs typeface="Bahnschrift SemiBold SemiCondensed" panose="020B0502040204020203" charset="0"/>
              </a:rPr>
              <a:t>}</a:t>
            </a:r>
            <a:endParaRPr lang="en-US" sz="1400" b="0" u="none" strike="noStrike">
              <a:solidFill>
                <a:schemeClr val="tx1"/>
              </a:solidFill>
              <a:effectLst/>
              <a:uFillTx/>
              <a:latin typeface="Bahnschrift SemiBold SemiCondensed" panose="020B0502040204020203" charset="0"/>
              <a:ea typeface="Calibri" panose="020F0502020204030204"/>
              <a:cs typeface="Bahnschrift SemiBold SemiCondensed" panose="020B0502040204020203" charset="0"/>
            </a:endParaRPr>
          </a:p>
        </p:txBody>
      </p:sp>
      <p:sp>
        <p:nvSpPr>
          <p:cNvPr id="4" name="Title 2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457200" y="27468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vert="horz" lIns="90000" tIns="45000" rIns="90000" bIns="45000" rtlCol="0" anchor="ctr">
            <a:normAutofit/>
          </a:bodyPr>
          <a:lstStyle>
            <a:lvl1pPr marL="0" marR="0" algn="ctr" defTabSz="457200" rtl="1" eaLnBrk="1" fontAlgn="auto" latinLnBrk="0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kumimoji="0" lang="en-US" sz="4400" b="0" i="0" u="sng" strike="noStrike" kern="1200" cap="none" spc="0" normalizeH="0" baseline="0" noProof="1" dirty="0"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n-cs"/>
              </a:defRPr>
            </a:lvl1pPr>
          </a:lstStyle>
          <a:p>
            <a:r>
              <a:rPr>
                <a:solidFill>
                  <a:schemeClr val="tx1"/>
                </a:solidFill>
                <a:latin typeface="Bahnschrift SemiBold SemiCondensed" panose="020B0502040204020203" charset="0"/>
                <a:cs typeface="Bahnschrift SemiBold SemiCondensed" panose="020B0502040204020203" charset="0"/>
              </a:rPr>
              <a:t>Example Input and Output</a:t>
            </a:r>
            <a:endParaRPr>
              <a:solidFill>
                <a:schemeClr val="tx1"/>
              </a:solidFill>
              <a:latin typeface="Bahnschrift SemiBold SemiCondensed" panose="020B0502040204020203" charset="0"/>
              <a:cs typeface="Bahnschrift SemiBold SemiCondensed" panose="020B0502040204020203" charset="0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Box 26"/>
          <p:cNvSpPr txBox="1"/>
          <p:nvPr>
            <p:custDataLst>
              <p:tags r:id="rId1"/>
            </p:custDataLst>
          </p:nvPr>
        </p:nvSpPr>
        <p:spPr>
          <a:xfrm>
            <a:off x="751205" y="1567815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wrap="square" lIns="90000" tIns="45000" rIns="90000" bIns="45000" anchor="t">
            <a:normAutofit lnSpcReduction="10000"/>
          </a:bodyPr>
          <a:lstStyle/>
          <a:p>
            <a:r>
              <a:rPr lang="en-US" sz="2600" b="0" u="none" strike="noStrike" dirty="0">
                <a:solidFill>
                  <a:schemeClr val="tx1"/>
                </a:solidFill>
                <a:effectLst/>
                <a:uFillTx/>
                <a:latin typeface="Bahnschrift SemiBold SemiCondensed" panose="020B0502040204020203" charset="0"/>
                <a:ea typeface="Calibri" panose="020F0502020204030204"/>
                <a:cs typeface="Bahnschrift SemiBold SemiCondensed" panose="020B0502040204020203" charset="0"/>
              </a:rPr>
              <a:t>•</a:t>
            </a:r>
            <a:r>
              <a:rPr lang="en-US" sz="3200" b="0" u="none" strike="noStrike" dirty="0">
                <a:solidFill>
                  <a:schemeClr val="tx1"/>
                </a:solidFill>
                <a:effectLst/>
                <a:uFillTx/>
                <a:latin typeface="Bahnschrift SemiBold SemiCondensed" panose="020B0502040204020203" charset="0"/>
                <a:ea typeface="Calibri" panose="020F0502020204030204"/>
                <a:cs typeface="Bahnschrift SemiBold SemiCondensed" panose="020B0502040204020203" charset="0"/>
              </a:rPr>
              <a:t> </a:t>
            </a:r>
            <a:r>
              <a:rPr lang="en-US" sz="2600" b="0" u="none" strike="noStrike" dirty="0">
                <a:solidFill>
                  <a:schemeClr val="tx1"/>
                </a:solidFill>
                <a:effectLst/>
                <a:uFillTx/>
                <a:latin typeface="Bahnschrift SemiBold SemiCondensed" panose="020B0502040204020203" charset="0"/>
                <a:ea typeface="Calibri" panose="020F0502020204030204"/>
                <a:cs typeface="Bahnschrift SemiBold SemiCondensed" panose="020B0502040204020203" charset="0"/>
              </a:rPr>
              <a:t>Vijay Pranav (CS23B1073) </a:t>
            </a:r>
            <a:endParaRPr lang="en-US" sz="2600" b="0" u="none" strike="noStrike" dirty="0">
              <a:solidFill>
                <a:schemeClr val="tx1"/>
              </a:solidFill>
              <a:effectLst/>
              <a:uFillTx/>
              <a:latin typeface="Bahnschrift SemiBold SemiCondensed" panose="020B0502040204020203" charset="0"/>
              <a:ea typeface="Calibri" panose="020F0502020204030204"/>
              <a:cs typeface="Bahnschrift SemiBold SemiCondensed" panose="020B0502040204020203" charset="0"/>
            </a:endParaRPr>
          </a:p>
          <a:p>
            <a:r>
              <a:rPr lang="en-US" sz="2600" b="0" u="none" strike="noStrike" dirty="0">
                <a:solidFill>
                  <a:schemeClr val="tx1"/>
                </a:solidFill>
                <a:effectLst/>
                <a:uFillTx/>
                <a:latin typeface="Bahnschrift SemiBold SemiCondensed" panose="020B0502040204020203" charset="0"/>
                <a:ea typeface="Calibri" panose="020F0502020204030204"/>
                <a:cs typeface="Bahnschrift SemiBold SemiCondensed" panose="020B0502040204020203" charset="0"/>
              </a:rPr>
              <a:t> Grammar design, parser, AST .</a:t>
            </a:r>
            <a:endParaRPr lang="en-US" sz="2600" b="0" u="none" strike="noStrike" dirty="0">
              <a:solidFill>
                <a:schemeClr val="tx1"/>
              </a:solidFill>
              <a:effectLst/>
              <a:uFillTx/>
              <a:latin typeface="Bahnschrift SemiBold SemiCondensed" panose="020B0502040204020203" charset="0"/>
              <a:ea typeface="Calibri" panose="020F0502020204030204"/>
              <a:cs typeface="Bahnschrift SemiBold SemiCondensed" panose="020B0502040204020203" charset="0"/>
            </a:endParaRPr>
          </a:p>
          <a:p>
            <a:endParaRPr lang="en-US" sz="2600" b="0" u="none" strike="noStrike" dirty="0">
              <a:solidFill>
                <a:schemeClr val="tx1"/>
              </a:solidFill>
              <a:effectLst/>
              <a:uFillTx/>
              <a:latin typeface="Bahnschrift SemiBold SemiCondensed" panose="020B0502040204020203" charset="0"/>
              <a:cs typeface="Bahnschrift SemiBold SemiCondensed" panose="020B0502040204020203" charset="0"/>
            </a:endParaRPr>
          </a:p>
          <a:p>
            <a:r>
              <a:rPr lang="en-US" sz="2600" b="0" u="none" strike="noStrike" dirty="0">
                <a:solidFill>
                  <a:schemeClr val="tx1"/>
                </a:solidFill>
                <a:effectLst/>
                <a:uFillTx/>
                <a:latin typeface="Bahnschrift SemiBold SemiCondensed" panose="020B0502040204020203" charset="0"/>
                <a:ea typeface="Calibri" panose="020F0502020204030204"/>
                <a:cs typeface="Bahnschrift SemiBold SemiCondensed" panose="020B0502040204020203" charset="0"/>
              </a:rPr>
              <a:t>• ManiKanta (CS23B1072)</a:t>
            </a:r>
            <a:endParaRPr lang="en-US" sz="2600" b="0" u="none" strike="noStrike" dirty="0">
              <a:solidFill>
                <a:schemeClr val="tx1"/>
              </a:solidFill>
              <a:effectLst/>
              <a:uFillTx/>
              <a:latin typeface="Bahnschrift SemiBold SemiCondensed" panose="020B0502040204020203" charset="0"/>
              <a:ea typeface="Calibri" panose="020F0502020204030204"/>
              <a:cs typeface="Bahnschrift SemiBold SemiCondensed" panose="020B0502040204020203" charset="0"/>
            </a:endParaRPr>
          </a:p>
          <a:p>
            <a:r>
              <a:rPr lang="en-US" sz="2600" b="0" u="none" strike="noStrike" dirty="0">
                <a:solidFill>
                  <a:schemeClr val="tx1"/>
                </a:solidFill>
                <a:effectLst/>
                <a:uFillTx/>
                <a:latin typeface="Bahnschrift SemiBold SemiCondensed" panose="020B0502040204020203" charset="0"/>
                <a:ea typeface="Calibri" panose="020F0502020204030204"/>
                <a:cs typeface="Bahnschrift SemiBold SemiCondensed" panose="020B0502040204020203" charset="0"/>
              </a:rPr>
              <a:t>Token definitions, debugging, testing.</a:t>
            </a:r>
            <a:endParaRPr lang="en-US" sz="2600" b="0" u="none" strike="noStrike" dirty="0">
              <a:solidFill>
                <a:schemeClr val="tx1"/>
              </a:solidFill>
              <a:effectLst/>
              <a:uFillTx/>
              <a:latin typeface="Bahnschrift SemiBold SemiCondensed" panose="020B0502040204020203" charset="0"/>
              <a:ea typeface="Calibri" panose="020F0502020204030204"/>
              <a:cs typeface="Bahnschrift SemiBold SemiCondensed" panose="020B0502040204020203" charset="0"/>
            </a:endParaRPr>
          </a:p>
          <a:p>
            <a:endParaRPr lang="en-US" sz="2600" b="0" u="none" strike="noStrike" dirty="0">
              <a:solidFill>
                <a:schemeClr val="tx1"/>
              </a:solidFill>
              <a:effectLst/>
              <a:uFillTx/>
              <a:latin typeface="Bahnschrift SemiBold SemiCondensed" panose="020B0502040204020203" charset="0"/>
              <a:cs typeface="Bahnschrift SemiBold SemiCondensed" panose="020B0502040204020203" charset="0"/>
            </a:endParaRPr>
          </a:p>
          <a:p>
            <a:r>
              <a:rPr lang="en-US" sz="2600" b="0" u="none" strike="noStrike" dirty="0">
                <a:solidFill>
                  <a:schemeClr val="tx1"/>
                </a:solidFill>
                <a:effectLst/>
                <a:uFillTx/>
                <a:latin typeface="Bahnschrift SemiBold SemiCondensed" panose="020B0502040204020203" charset="0"/>
                <a:ea typeface="Calibri" panose="020F0502020204030204"/>
                <a:cs typeface="Bahnschrift SemiBold SemiCondensed" panose="020B0502040204020203" charset="0"/>
              </a:rPr>
              <a:t>• Avinash Kumar (CS23B1080)</a:t>
            </a:r>
            <a:endParaRPr lang="en-US" sz="2600" b="0" u="none" strike="noStrike" dirty="0">
              <a:solidFill>
                <a:schemeClr val="tx1"/>
              </a:solidFill>
              <a:effectLst/>
              <a:uFillTx/>
              <a:latin typeface="Bahnschrift SemiBold SemiCondensed" panose="020B0502040204020203" charset="0"/>
              <a:ea typeface="Calibri" panose="020F0502020204030204"/>
              <a:cs typeface="Bahnschrift SemiBold SemiCondensed" panose="020B0502040204020203" charset="0"/>
            </a:endParaRPr>
          </a:p>
          <a:p>
            <a:r>
              <a:rPr lang="en-US" sz="2600" b="0" u="none" strike="noStrike" dirty="0">
                <a:solidFill>
                  <a:schemeClr val="tx1"/>
                </a:solidFill>
                <a:effectLst/>
                <a:uFillTx/>
                <a:latin typeface="Bahnschrift SemiBold SemiCondensed" panose="020B0502040204020203" charset="0"/>
                <a:ea typeface="Calibri" panose="020F0502020204030204"/>
                <a:cs typeface="Bahnschrift SemiBold SemiCondensed" panose="020B0502040204020203" charset="0"/>
              </a:rPr>
              <a:t> Lexical </a:t>
            </a:r>
            <a:r>
              <a:rPr lang="en-US" sz="2600" b="0" u="none" strike="noStrike" dirty="0" err="1">
                <a:solidFill>
                  <a:schemeClr val="tx1"/>
                </a:solidFill>
                <a:effectLst/>
                <a:uFillTx/>
                <a:latin typeface="Bahnschrift SemiBold SemiCondensed" panose="020B0502040204020203" charset="0"/>
                <a:ea typeface="Calibri" panose="020F0502020204030204"/>
                <a:cs typeface="Bahnschrift SemiBold SemiCondensed" panose="020B0502040204020203" charset="0"/>
              </a:rPr>
              <a:t>analyser</a:t>
            </a:r>
            <a:r>
              <a:rPr lang="en-US" sz="2600" b="0" u="none" strike="noStrike" dirty="0">
                <a:solidFill>
                  <a:schemeClr val="tx1"/>
                </a:solidFill>
                <a:effectLst/>
                <a:uFillTx/>
                <a:latin typeface="Bahnschrift SemiBold SemiCondensed" panose="020B0502040204020203" charset="0"/>
                <a:ea typeface="Calibri" panose="020F0502020204030204"/>
                <a:cs typeface="Bahnschrift SemiBold SemiCondensed" panose="020B0502040204020203" charset="0"/>
              </a:rPr>
              <a:t> and </a:t>
            </a:r>
            <a:r>
              <a:rPr lang="en-US" sz="2600" b="0" u="none" strike="noStrike" dirty="0" err="1">
                <a:solidFill>
                  <a:schemeClr val="tx1"/>
                </a:solidFill>
                <a:effectLst/>
                <a:uFillTx/>
                <a:latin typeface="Bahnschrift SemiBold SemiCondensed" panose="020B0502040204020203" charset="0"/>
                <a:ea typeface="Calibri" panose="020F0502020204030204"/>
                <a:cs typeface="Bahnschrift SemiBold SemiCondensed" panose="020B0502040204020203" charset="0"/>
              </a:rPr>
              <a:t>optimisation</a:t>
            </a:r>
            <a:r>
              <a:rPr lang="en-US" sz="2600" b="0" u="none" strike="noStrike" dirty="0">
                <a:solidFill>
                  <a:schemeClr val="tx1"/>
                </a:solidFill>
                <a:effectLst/>
                <a:uFillTx/>
                <a:latin typeface="Bahnschrift SemiBold SemiCondensed" panose="020B0502040204020203" charset="0"/>
                <a:ea typeface="Calibri" panose="020F0502020204030204"/>
                <a:cs typeface="Bahnschrift SemiBold SemiCondensed" panose="020B0502040204020203" charset="0"/>
              </a:rPr>
              <a:t> logic.</a:t>
            </a:r>
            <a:endParaRPr lang="en-US" sz="2600" b="0" u="none" strike="noStrike" dirty="0">
              <a:solidFill>
                <a:schemeClr val="tx1"/>
              </a:solidFill>
              <a:effectLst/>
              <a:uFillTx/>
              <a:latin typeface="Bahnschrift SemiBold SemiCondensed" panose="020B0502040204020203" charset="0"/>
              <a:ea typeface="Calibri" panose="020F0502020204030204"/>
              <a:cs typeface="Bahnschrift SemiBold SemiCondensed" panose="020B0502040204020203" charset="0"/>
            </a:endParaRPr>
          </a:p>
          <a:p>
            <a:endParaRPr lang="en-US" sz="2600" b="0" u="none" strike="noStrike" dirty="0">
              <a:solidFill>
                <a:schemeClr val="tx1"/>
              </a:solidFill>
              <a:effectLst/>
              <a:uFillTx/>
              <a:latin typeface="Bahnschrift SemiBold SemiCondensed" panose="020B0502040204020203" charset="0"/>
              <a:cs typeface="Bahnschrift SemiBold SemiCondensed" panose="020B0502040204020203" charset="0"/>
            </a:endParaRPr>
          </a:p>
          <a:p>
            <a:r>
              <a:rPr lang="en-US" sz="2600" b="0" u="none" strike="noStrike" dirty="0">
                <a:solidFill>
                  <a:schemeClr val="tx1"/>
                </a:solidFill>
                <a:effectLst/>
                <a:uFillTx/>
                <a:latin typeface="Bahnschrift SemiBold SemiCondensed" panose="020B0502040204020203" charset="0"/>
                <a:ea typeface="Calibri" panose="020F0502020204030204"/>
                <a:cs typeface="Bahnschrift SemiBold SemiCondensed" panose="020B0502040204020203" charset="0"/>
              </a:rPr>
              <a:t>• Nisarg (CS23B1090)</a:t>
            </a:r>
            <a:endParaRPr lang="en-US" sz="2600" b="0" u="none" strike="noStrike" dirty="0">
              <a:solidFill>
                <a:schemeClr val="tx1"/>
              </a:solidFill>
              <a:effectLst/>
              <a:uFillTx/>
              <a:latin typeface="Bahnschrift SemiBold SemiCondensed" panose="020B0502040204020203" charset="0"/>
              <a:ea typeface="Calibri" panose="020F0502020204030204"/>
              <a:cs typeface="Bahnschrift SemiBold SemiCondensed" panose="020B0502040204020203" charset="0"/>
            </a:endParaRPr>
          </a:p>
          <a:p>
            <a:r>
              <a:rPr lang="en-US" sz="2600" b="0" u="none" strike="noStrike" dirty="0">
                <a:solidFill>
                  <a:schemeClr val="tx1"/>
                </a:solidFill>
                <a:effectLst/>
                <a:uFillTx/>
                <a:latin typeface="Bahnschrift SemiBold SemiCondensed" panose="020B0502040204020203" charset="0"/>
                <a:ea typeface="Calibri" panose="020F0502020204030204"/>
                <a:cs typeface="Bahnschrift SemiBold SemiCondensed" panose="020B0502040204020203" charset="0"/>
              </a:rPr>
              <a:t>Code generation </a:t>
            </a:r>
            <a:r>
              <a:rPr lang="en-US" sz="2600" dirty="0">
                <a:solidFill>
                  <a:schemeClr val="tx1"/>
                </a:solidFill>
                <a:latin typeface="Bahnschrift SemiBold SemiCondensed" panose="020B0502040204020203" charset="0"/>
                <a:ea typeface="Calibri" panose="020F0502020204030204"/>
                <a:cs typeface="Bahnschrift SemiBold SemiCondensed" panose="020B0502040204020203" charset="0"/>
              </a:rPr>
              <a:t>, integration </a:t>
            </a:r>
            <a:r>
              <a:rPr lang="en-US" sz="2600" b="0" u="none" strike="noStrike" dirty="0">
                <a:solidFill>
                  <a:schemeClr val="tx1"/>
                </a:solidFill>
                <a:effectLst/>
                <a:uFillTx/>
                <a:latin typeface="Bahnschrift SemiBold SemiCondensed" panose="020B0502040204020203" charset="0"/>
                <a:ea typeface="Calibri" panose="020F0502020204030204"/>
                <a:cs typeface="Bahnschrift SemiBold SemiCondensed" panose="020B0502040204020203" charset="0"/>
              </a:rPr>
              <a:t>and final report preparation.</a:t>
            </a:r>
            <a:endParaRPr lang="en-US" sz="2600" b="0" u="none" strike="noStrike" dirty="0">
              <a:solidFill>
                <a:schemeClr val="tx1"/>
              </a:solidFill>
              <a:effectLst/>
              <a:uFillTx/>
              <a:latin typeface="Bahnschrift SemiBold SemiCondensed" panose="020B0502040204020203" charset="0"/>
              <a:ea typeface="Calibri" panose="020F0502020204030204"/>
              <a:cs typeface="Bahnschrift SemiBold SemiCondensed" panose="020B0502040204020203" charset="0"/>
            </a:endParaRPr>
          </a:p>
        </p:txBody>
      </p:sp>
      <p:sp>
        <p:nvSpPr>
          <p:cNvPr id="4" name="Title 2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457200" y="27468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vert="horz" lIns="90000" tIns="45000" rIns="90000" bIns="45000" rtlCol="0" anchor="ctr">
            <a:normAutofit/>
          </a:bodyPr>
          <a:lstStyle>
            <a:lvl1pPr marL="0" marR="0" algn="ctr" defTabSz="457200" rtl="1" eaLnBrk="1" fontAlgn="auto" latinLnBrk="0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kumimoji="0" lang="en-US" sz="4400" b="0" i="0" u="sng" strike="noStrike" kern="1200" cap="none" spc="0" normalizeH="0" baseline="0" noProof="1" dirty="0"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n-cs"/>
              </a:defRPr>
            </a:lvl1pPr>
          </a:lstStyle>
          <a:p>
            <a:r>
              <a:rPr>
                <a:solidFill>
                  <a:schemeClr val="tx1"/>
                </a:solidFill>
                <a:latin typeface="Bahnschrift SemiBold SemiCondensed" panose="020B0502040204020203" charset="0"/>
                <a:cs typeface="Bahnschrift SemiBold SemiCondensed" panose="020B0502040204020203" charset="0"/>
              </a:rPr>
              <a:t>Team Contributions</a:t>
            </a:r>
            <a:endParaRPr>
              <a:solidFill>
                <a:schemeClr val="tx1"/>
              </a:solidFill>
              <a:latin typeface="Bahnschrift SemiBold SemiCondensed" panose="020B0502040204020203" charset="0"/>
              <a:cs typeface="Bahnschrift SemiBold SemiCondensed" panose="020B0502040204020203" charset="0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Box 28"/>
          <p:cNvSpPr txBox="1"/>
          <p:nvPr>
            <p:custDataLst>
              <p:tags r:id="rId1"/>
            </p:custDataLst>
          </p:nvPr>
        </p:nvSpPr>
        <p:spPr>
          <a:xfrm>
            <a:off x="350640" y="128844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wrap="square" lIns="90000" tIns="45000" rIns="90000" bIns="45000" anchor="t">
            <a:normAutofit/>
          </a:bodyPr>
          <a:lstStyle/>
          <a:p>
            <a:pPr marL="318770" indent="-318770" rtl="1">
              <a:spcBef>
                <a:spcPts val="575"/>
              </a:spcBef>
              <a:buClr>
                <a:srgbClr val="000000"/>
              </a:buClr>
              <a:buSzPct val="45000"/>
            </a:pPr>
            <a:r>
              <a:rPr lang="en-US" sz="2400" b="0" strike="noStrike" dirty="0">
                <a:solidFill>
                  <a:schemeClr val="tx1"/>
                </a:solidFill>
                <a:effectLst/>
                <a:uFillTx/>
                <a:latin typeface="Bahnschrift SemiBold SemiCondensed" panose="020B0502040204020203" charset="0"/>
                <a:ea typeface="Calibri" panose="020F0502020204030204"/>
                <a:cs typeface="Bahnschrift SemiBold SemiCondensed" panose="020B0502040204020203" charset="0"/>
              </a:rPr>
              <a:t>Results:</a:t>
            </a:r>
            <a:endParaRPr lang="en-US" sz="2400" b="0" strike="noStrike" dirty="0">
              <a:solidFill>
                <a:schemeClr val="tx1"/>
              </a:solidFill>
              <a:effectLst/>
              <a:uFillTx/>
              <a:latin typeface="Bahnschrift SemiBold SemiCondensed" panose="020B0502040204020203" charset="0"/>
              <a:cs typeface="Bahnschrift SemiBold SemiCondensed" panose="020B0502040204020203" charset="0"/>
            </a:endParaRPr>
          </a:p>
          <a:p>
            <a:r>
              <a:rPr lang="en-US" sz="2400" b="0" strike="noStrike" dirty="0">
                <a:solidFill>
                  <a:schemeClr val="tx1"/>
                </a:solidFill>
                <a:effectLst/>
                <a:uFillTx/>
                <a:latin typeface="Bahnschrift SemiBold SemiCondensed" panose="020B0502040204020203" charset="0"/>
                <a:ea typeface="Calibri" panose="020F0502020204030204"/>
                <a:cs typeface="Bahnschrift SemiBold SemiCondensed" panose="020B0502040204020203" charset="0"/>
              </a:rPr>
              <a:t>• Successfully parses DSL and generates JSON plans.</a:t>
            </a:r>
            <a:endParaRPr lang="en-US" sz="2400" b="0" strike="noStrike" dirty="0">
              <a:solidFill>
                <a:schemeClr val="tx1"/>
              </a:solidFill>
              <a:effectLst/>
              <a:uFillTx/>
              <a:latin typeface="Bahnschrift SemiBold SemiCondensed" panose="020B0502040204020203" charset="0"/>
              <a:cs typeface="Bahnschrift SemiBold SemiCondensed" panose="020B0502040204020203" charset="0"/>
            </a:endParaRPr>
          </a:p>
          <a:p>
            <a:r>
              <a:rPr lang="en-US" sz="2400" b="0" strike="noStrike" dirty="0">
                <a:solidFill>
                  <a:schemeClr val="tx1"/>
                </a:solidFill>
                <a:effectLst/>
                <a:uFillTx/>
                <a:latin typeface="Bahnschrift SemiBold SemiCondensed" panose="020B0502040204020203" charset="0"/>
                <a:ea typeface="Calibri" panose="020F0502020204030204"/>
                <a:cs typeface="Bahnschrift SemiBold SemiCondensed" panose="020B0502040204020203" charset="0"/>
              </a:rPr>
              <a:t>• Implements core compiler phases.</a:t>
            </a:r>
            <a:endParaRPr lang="en-US" sz="2400" b="0" strike="noStrike" dirty="0">
              <a:solidFill>
                <a:schemeClr val="tx1"/>
              </a:solidFill>
              <a:effectLst/>
              <a:uFillTx/>
              <a:latin typeface="Bahnschrift SemiBold SemiCondensed" panose="020B0502040204020203" charset="0"/>
              <a:cs typeface="Bahnschrift SemiBold SemiCondensed" panose="020B0502040204020203" charset="0"/>
            </a:endParaRPr>
          </a:p>
          <a:p>
            <a:pPr marL="318770" indent="-318770" rtl="1">
              <a:spcBef>
                <a:spcPts val="770"/>
              </a:spcBef>
              <a:buClr>
                <a:srgbClr val="000000"/>
              </a:buClr>
              <a:buSzPct val="45000"/>
            </a:pPr>
            <a:r>
              <a:rPr lang="en-US" sz="1800" b="0" strike="noStrike" dirty="0">
                <a:solidFill>
                  <a:schemeClr val="tx1"/>
                </a:solidFill>
                <a:effectLst/>
                <a:uFillTx/>
                <a:latin typeface="Bahnschrift SemiBold SemiCondensed" panose="020B0502040204020203" charset="0"/>
                <a:cs typeface="Bahnschrift SemiBold SemiCondensed" panose="020B0502040204020203" charset="0"/>
              </a:rPr>
              <a:t> </a:t>
            </a:r>
            <a:endParaRPr lang="en-US" sz="1800" b="0" strike="noStrike" dirty="0">
              <a:solidFill>
                <a:schemeClr val="tx1"/>
              </a:solidFill>
              <a:effectLst/>
              <a:uFillTx/>
              <a:latin typeface="Bahnschrift SemiBold SemiCondensed" panose="020B0502040204020203" charset="0"/>
              <a:cs typeface="Bahnschrift SemiBold SemiCondensed" panose="020B0502040204020203" charset="0"/>
            </a:endParaRPr>
          </a:p>
          <a:p>
            <a:pPr marL="318770" indent="-318770" rtl="1">
              <a:spcBef>
                <a:spcPts val="575"/>
              </a:spcBef>
              <a:buClr>
                <a:srgbClr val="000000"/>
              </a:buClr>
              <a:buSzPct val="45000"/>
            </a:pPr>
            <a:r>
              <a:rPr lang="en-US" sz="2400" b="0" strike="noStrike" dirty="0">
                <a:solidFill>
                  <a:schemeClr val="tx1"/>
                </a:solidFill>
                <a:effectLst/>
                <a:uFillTx/>
                <a:latin typeface="Bahnschrift SemiBold SemiCondensed" panose="020B0502040204020203" charset="0"/>
                <a:ea typeface="Calibri" panose="020F0502020204030204"/>
                <a:cs typeface="Bahnschrift SemiBold SemiCondensed" panose="020B0502040204020203" charset="0"/>
              </a:rPr>
              <a:t>Future Enhancements:</a:t>
            </a:r>
            <a:endParaRPr lang="en-US" sz="2400" b="0" strike="noStrike" dirty="0">
              <a:solidFill>
                <a:schemeClr val="tx1"/>
              </a:solidFill>
              <a:effectLst/>
              <a:uFillTx/>
              <a:latin typeface="Bahnschrift SemiBold SemiCondensed" panose="020B0502040204020203" charset="0"/>
              <a:cs typeface="Bahnschrift SemiBold SemiCondensed" panose="020B0502040204020203" charset="0"/>
            </a:endParaRPr>
          </a:p>
          <a:p>
            <a:r>
              <a:rPr lang="en-US" sz="2400" b="0" strike="noStrike" dirty="0">
                <a:solidFill>
                  <a:schemeClr val="tx1"/>
                </a:solidFill>
                <a:effectLst/>
                <a:uFillTx/>
                <a:latin typeface="Bahnschrift SemiBold SemiCondensed" panose="020B0502040204020203" charset="0"/>
                <a:ea typeface="Calibri" panose="020F0502020204030204"/>
                <a:cs typeface="Bahnschrift SemiBold SemiCondensed" panose="020B0502040204020203" charset="0"/>
              </a:rPr>
              <a:t>• Add more keywords (SECURITY, STORAGE, NETWORK).</a:t>
            </a:r>
            <a:endParaRPr lang="en-US" sz="2400" b="0" strike="noStrike" dirty="0">
              <a:solidFill>
                <a:schemeClr val="tx1"/>
              </a:solidFill>
              <a:effectLst/>
              <a:uFillTx/>
              <a:latin typeface="Bahnschrift SemiBold SemiCondensed" panose="020B0502040204020203" charset="0"/>
              <a:cs typeface="Bahnschrift SemiBold SemiCondensed" panose="020B0502040204020203" charset="0"/>
            </a:endParaRPr>
          </a:p>
          <a:p>
            <a:r>
              <a:rPr lang="en-US" sz="2400" b="0" strike="noStrike" dirty="0">
                <a:solidFill>
                  <a:schemeClr val="tx1"/>
                </a:solidFill>
                <a:effectLst/>
                <a:uFillTx/>
                <a:latin typeface="Bahnschrift SemiBold SemiCondensed" panose="020B0502040204020203" charset="0"/>
                <a:ea typeface="Calibri" panose="020F0502020204030204"/>
                <a:cs typeface="Bahnschrift SemiBold SemiCondensed" panose="020B0502040204020203" charset="0"/>
              </a:rPr>
              <a:t>• Provide GUI front-end for DSL input.</a:t>
            </a:r>
            <a:endParaRPr lang="en-US" sz="2400" b="0" strike="noStrike" dirty="0">
              <a:solidFill>
                <a:schemeClr val="tx1"/>
              </a:solidFill>
              <a:effectLst/>
              <a:uFillTx/>
              <a:latin typeface="Bahnschrift SemiBold SemiCondensed" panose="020B0502040204020203" charset="0"/>
              <a:cs typeface="Bahnschrift SemiBold SemiCondensed" panose="020B0502040204020203" charset="0"/>
            </a:endParaRPr>
          </a:p>
          <a:p>
            <a:r>
              <a:rPr lang="en-US" sz="2400" b="0" strike="noStrike" dirty="0">
                <a:solidFill>
                  <a:schemeClr val="tx1"/>
                </a:solidFill>
                <a:effectLst/>
                <a:uFillTx/>
                <a:latin typeface="Bahnschrift SemiBold SemiCondensed" panose="020B0502040204020203" charset="0"/>
                <a:ea typeface="Calibri" panose="020F0502020204030204"/>
                <a:cs typeface="Bahnschrift SemiBold SemiCondensed" panose="020B0502040204020203" charset="0"/>
              </a:rPr>
              <a:t>• Enable real cloud API integration (AWS, Azure).</a:t>
            </a:r>
            <a:endParaRPr lang="en-US" sz="2400" b="0" strike="noStrike" dirty="0">
              <a:solidFill>
                <a:schemeClr val="tx1"/>
              </a:solidFill>
              <a:effectLst/>
              <a:uFillTx/>
              <a:latin typeface="Bahnschrift SemiBold SemiCondensed" panose="020B0502040204020203" charset="0"/>
              <a:ea typeface="Calibri" panose="020F0502020204030204"/>
              <a:cs typeface="Bahnschrift SemiBold SemiCondensed" panose="020B0502040204020203" charset="0"/>
            </a:endParaRPr>
          </a:p>
        </p:txBody>
      </p:sp>
      <p:sp>
        <p:nvSpPr>
          <p:cNvPr id="4" name="Title 2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457200" y="27468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vert="horz" lIns="90000" tIns="45000" rIns="90000" bIns="45000" rtlCol="0" anchor="ctr">
            <a:normAutofit/>
          </a:bodyPr>
          <a:lstStyle>
            <a:lvl1pPr marL="0" marR="0" algn="ctr" defTabSz="457200" rtl="1" eaLnBrk="1" fontAlgn="auto" latinLnBrk="0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kumimoji="0" lang="en-US" sz="4400" b="0" i="0" u="sng" strike="noStrike" kern="1200" cap="none" spc="0" normalizeH="0" baseline="0" noProof="1" dirty="0"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n-cs"/>
              </a:defRPr>
            </a:lvl1pPr>
          </a:lstStyle>
          <a:p>
            <a:r>
              <a:rPr>
                <a:solidFill>
                  <a:schemeClr val="tx1"/>
                </a:solidFill>
                <a:latin typeface="Bahnschrift SemiBold SemiCondensed" panose="020B0502040204020203" charset="0"/>
                <a:cs typeface="Bahnschrift SemiBold SemiCondensed" panose="020B0502040204020203" charset="0"/>
              </a:rPr>
              <a:t>Results &amp; Future Scope</a:t>
            </a:r>
            <a:endParaRPr>
              <a:solidFill>
                <a:schemeClr val="tx1"/>
              </a:solidFill>
              <a:latin typeface="Bahnschrift SemiBold SemiCondensed" panose="020B0502040204020203" charset="0"/>
              <a:cs typeface="Bahnschrift SemiBold SemiCondensed" panose="020B0502040204020203" charset="0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Box 29"/>
          <p:cNvSpPr txBox="1"/>
          <p:nvPr>
            <p:custDataLst>
              <p:tags r:id="rId1"/>
            </p:custDataLst>
          </p:nvPr>
        </p:nvSpPr>
        <p:spPr>
          <a:xfrm>
            <a:off x="557784" y="448056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wrap="square" lIns="90000" tIns="45000" rIns="90000" bIns="45000" anchor="ctr">
            <a:normAutofit/>
          </a:bodyPr>
          <a:lstStyle/>
          <a:p>
            <a:pPr marL="392430" indent="-392430" algn="ctr" rtl="1">
              <a:spcBef>
                <a:spcPts val="770"/>
              </a:spcBef>
              <a:buClr>
                <a:srgbClr val="000000"/>
              </a:buClr>
              <a:buSzPct val="45000"/>
            </a:pPr>
            <a:r>
              <a:rPr lang="en-US" u="sng" dirty="0">
                <a:ln w="0"/>
                <a:solidFill>
                  <a:schemeClr val="tx1"/>
                </a:solidFill>
                <a:latin typeface="Bahnschrift SemiBold SemiCondensed" panose="020B0502040204020203" charset="0"/>
                <a:cs typeface="Bahnschrift SemiBold SemiCondensed" panose="020B0502040204020203" charset="0"/>
              </a:rPr>
              <a:t>High-level architecture and connectivity Explanation</a:t>
            </a:r>
            <a:endParaRPr lang="en-US" u="sng" dirty="0">
              <a:ln w="0"/>
              <a:solidFill>
                <a:schemeClr val="tx1"/>
              </a:solidFill>
              <a:latin typeface="Bahnschrift SemiBold SemiCondensed" panose="020B0502040204020203" charset="0"/>
              <a:cs typeface="Bahnschrift SemiBold SemiCondensed" panose="020B0502040204020203" charset="0"/>
            </a:endParaRPr>
          </a:p>
        </p:txBody>
      </p:sp>
      <p:sp>
        <p:nvSpPr>
          <p:cNvPr id="31" name="TextBox 30"/>
          <p:cNvSpPr txBox="1"/>
          <p:nvPr>
            <p:custDataLst>
              <p:tags r:id="rId2"/>
            </p:custDataLst>
          </p:nvPr>
        </p:nvSpPr>
        <p:spPr>
          <a:xfrm>
            <a:off x="877824" y="1591056"/>
            <a:ext cx="7909560" cy="45259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en-US" sz="1600" dirty="0">
                <a:solidFill>
                  <a:schemeClr val="tx1"/>
                </a:solidFill>
                <a:latin typeface="Bahnschrift SemiBold SemiCondensed" panose="020B0502040204020203" charset="0"/>
                <a:cs typeface="Bahnschrift SemiBold SemiCondensed" panose="020B0502040204020203" charset="0"/>
              </a:rPr>
              <a:t>The compiler follows a classical pipeline:-</a:t>
            </a:r>
            <a:endParaRPr lang="en-US" sz="1600" dirty="0">
              <a:solidFill>
                <a:schemeClr val="tx1"/>
              </a:solidFill>
              <a:latin typeface="Bahnschrift SemiBold SemiCondensed" panose="020B0502040204020203" charset="0"/>
              <a:cs typeface="Bahnschrift SemiBold SemiCondensed" panose="020B0502040204020203" charset="0"/>
            </a:endParaRPr>
          </a:p>
          <a:p>
            <a:pPr lvl="0"/>
            <a:r>
              <a:rPr lang="en-US" sz="1600" b="1" dirty="0">
                <a:solidFill>
                  <a:schemeClr val="tx1"/>
                </a:solidFill>
                <a:latin typeface="Bahnschrift SemiBold SemiCondensed" panose="020B0502040204020203" charset="0"/>
                <a:cs typeface="Bahnschrift SemiBold SemiCondensed" panose="020B0502040204020203" charset="0"/>
              </a:rPr>
              <a:t>*Lexical analysis (Flex)</a:t>
            </a:r>
            <a:r>
              <a:rPr lang="en-US" sz="1600" dirty="0">
                <a:solidFill>
                  <a:schemeClr val="tx1"/>
                </a:solidFill>
                <a:latin typeface="Bahnschrift SemiBold SemiCondensed" panose="020B0502040204020203" charset="0"/>
                <a:cs typeface="Bahnschrift SemiBold SemiCondensed" panose="020B0502040204020203" charset="0"/>
              </a:rPr>
              <a:t> — </a:t>
            </a:r>
            <a:r>
              <a:rPr lang="en-US" sz="1600" dirty="0" err="1">
                <a:solidFill>
                  <a:schemeClr val="tx1"/>
                </a:solidFill>
                <a:latin typeface="Bahnschrift SemiBold SemiCondensed" panose="020B0502040204020203" charset="0"/>
                <a:cs typeface="Bahnschrift SemiBold SemiCondensed" panose="020B0502040204020203" charset="0"/>
              </a:rPr>
              <a:t>lexer.l</a:t>
            </a:r>
            <a:r>
              <a:rPr lang="en-US" sz="1600" dirty="0">
                <a:solidFill>
                  <a:schemeClr val="tx1"/>
                </a:solidFill>
                <a:latin typeface="Bahnschrift SemiBold SemiCondensed" panose="020B0502040204020203" charset="0"/>
                <a:cs typeface="Bahnschrift SemiBold SemiCondensed" panose="020B0502040204020203" charset="0"/>
              </a:rPr>
              <a:t> reads the input .</a:t>
            </a:r>
            <a:r>
              <a:rPr lang="en-US" sz="1600" dirty="0" err="1">
                <a:solidFill>
                  <a:schemeClr val="tx1"/>
                </a:solidFill>
                <a:latin typeface="Bahnschrift SemiBold SemiCondensed" panose="020B0502040204020203" charset="0"/>
                <a:cs typeface="Bahnschrift SemiBold SemiCondensed" panose="020B0502040204020203" charset="0"/>
              </a:rPr>
              <a:t>ddl</a:t>
            </a:r>
            <a:r>
              <a:rPr lang="en-US" sz="1600" dirty="0">
                <a:solidFill>
                  <a:schemeClr val="tx1"/>
                </a:solidFill>
                <a:latin typeface="Bahnschrift SemiBold SemiCondensed" panose="020B0502040204020203" charset="0"/>
                <a:cs typeface="Bahnschrift SemiBold SemiCondensed" panose="020B0502040204020203" charset="0"/>
              </a:rPr>
              <a:t> file and converts text into tokens (keywords, identifiers, numbers, strings, symbols).</a:t>
            </a:r>
            <a:endParaRPr lang="en-US" sz="1600" dirty="0">
              <a:solidFill>
                <a:schemeClr val="tx1"/>
              </a:solidFill>
              <a:latin typeface="Bahnschrift SemiBold SemiCondensed" panose="020B0502040204020203" charset="0"/>
              <a:cs typeface="Bahnschrift SemiBold SemiCondensed" panose="020B0502040204020203" charset="0"/>
            </a:endParaRPr>
          </a:p>
          <a:p>
            <a:pPr lvl="0"/>
            <a:r>
              <a:rPr lang="en-US" sz="1600" b="1" dirty="0">
                <a:solidFill>
                  <a:schemeClr val="tx1"/>
                </a:solidFill>
                <a:latin typeface="Bahnschrift SemiBold SemiCondensed" panose="020B0502040204020203" charset="0"/>
                <a:cs typeface="Bahnschrift SemiBold SemiCondensed" panose="020B0502040204020203" charset="0"/>
              </a:rPr>
              <a:t>*Parsing (</a:t>
            </a:r>
            <a:r>
              <a:rPr lang="en-US" sz="1600" b="1" dirty="0" err="1">
                <a:solidFill>
                  <a:schemeClr val="tx1"/>
                </a:solidFill>
                <a:latin typeface="Bahnschrift SemiBold SemiCondensed" panose="020B0502040204020203" charset="0"/>
                <a:cs typeface="Bahnschrift SemiBold SemiCondensed" panose="020B0502040204020203" charset="0"/>
              </a:rPr>
              <a:t>Yacc</a:t>
            </a:r>
            <a:r>
              <a:rPr lang="en-US" sz="1600" b="1" dirty="0">
                <a:solidFill>
                  <a:schemeClr val="tx1"/>
                </a:solidFill>
                <a:latin typeface="Bahnschrift SemiBold SemiCondensed" panose="020B0502040204020203" charset="0"/>
                <a:cs typeface="Bahnschrift SemiBold SemiCondensed" panose="020B0502040204020203" charset="0"/>
              </a:rPr>
              <a:t>/Bison)</a:t>
            </a:r>
            <a:r>
              <a:rPr lang="en-US" sz="1600" dirty="0">
                <a:solidFill>
                  <a:schemeClr val="tx1"/>
                </a:solidFill>
                <a:latin typeface="Bahnschrift SemiBold SemiCondensed" panose="020B0502040204020203" charset="0"/>
                <a:cs typeface="Bahnschrift SemiBold SemiCondensed" panose="020B0502040204020203" charset="0"/>
              </a:rPr>
              <a:t> — </a:t>
            </a:r>
            <a:r>
              <a:rPr lang="en-US" sz="1600" dirty="0" err="1">
                <a:solidFill>
                  <a:schemeClr val="tx1"/>
                </a:solidFill>
                <a:latin typeface="Bahnschrift SemiBold SemiCondensed" panose="020B0502040204020203" charset="0"/>
                <a:cs typeface="Bahnschrift SemiBold SemiCondensed" panose="020B0502040204020203" charset="0"/>
              </a:rPr>
              <a:t>parser.y</a:t>
            </a:r>
            <a:r>
              <a:rPr lang="en-US" sz="1600" dirty="0">
                <a:solidFill>
                  <a:schemeClr val="tx1"/>
                </a:solidFill>
                <a:latin typeface="Bahnschrift SemiBold SemiCondensed" panose="020B0502040204020203" charset="0"/>
                <a:cs typeface="Bahnschrift SemiBold SemiCondensed" panose="020B0502040204020203" charset="0"/>
              </a:rPr>
              <a:t> consumes tokens and applies grammar rules to recognize program structure (deployment, services, env blocks, constraints). Semantic actions in the parser build the AST using functions in </a:t>
            </a:r>
            <a:r>
              <a:rPr lang="en-US" sz="1600" dirty="0" err="1">
                <a:solidFill>
                  <a:schemeClr val="tx1"/>
                </a:solidFill>
                <a:latin typeface="Bahnschrift SemiBold SemiCondensed" panose="020B0502040204020203" charset="0"/>
                <a:cs typeface="Bahnschrift SemiBold SemiCondensed" panose="020B0502040204020203" charset="0"/>
              </a:rPr>
              <a:t>ast.c</a:t>
            </a:r>
            <a:r>
              <a:rPr lang="en-US" sz="1600" dirty="0">
                <a:solidFill>
                  <a:schemeClr val="tx1"/>
                </a:solidFill>
                <a:latin typeface="Bahnschrift SemiBold SemiCondensed" panose="020B0502040204020203" charset="0"/>
                <a:cs typeface="Bahnschrift SemiBold SemiCondensed" panose="020B0502040204020203" charset="0"/>
              </a:rPr>
              <a:t>.</a:t>
            </a:r>
            <a:endParaRPr lang="en-US" sz="1600" dirty="0">
              <a:solidFill>
                <a:schemeClr val="tx1"/>
              </a:solidFill>
              <a:latin typeface="Bahnschrift SemiBold SemiCondensed" panose="020B0502040204020203" charset="0"/>
              <a:cs typeface="Bahnschrift SemiBold SemiCondensed" panose="020B0502040204020203" charset="0"/>
            </a:endParaRPr>
          </a:p>
          <a:p>
            <a:pPr lvl="0"/>
            <a:r>
              <a:rPr lang="en-US" sz="1600" b="1" dirty="0">
                <a:solidFill>
                  <a:schemeClr val="tx1"/>
                </a:solidFill>
                <a:latin typeface="Bahnschrift SemiBold SemiCondensed" panose="020B0502040204020203" charset="0"/>
                <a:cs typeface="Bahnschrift SemiBold SemiCondensed" panose="020B0502040204020203" charset="0"/>
              </a:rPr>
              <a:t>*AST (Semantic model)</a:t>
            </a:r>
            <a:r>
              <a:rPr lang="en-US" sz="1600" dirty="0">
                <a:solidFill>
                  <a:schemeClr val="tx1"/>
                </a:solidFill>
                <a:latin typeface="Bahnschrift SemiBold SemiCondensed" panose="020B0502040204020203" charset="0"/>
                <a:cs typeface="Bahnschrift SemiBold SemiCondensed" panose="020B0502040204020203" charset="0"/>
              </a:rPr>
              <a:t> — </a:t>
            </a:r>
            <a:r>
              <a:rPr lang="en-US" sz="1600" dirty="0" err="1">
                <a:solidFill>
                  <a:schemeClr val="tx1"/>
                </a:solidFill>
                <a:latin typeface="Bahnschrift SemiBold SemiCondensed" panose="020B0502040204020203" charset="0"/>
                <a:cs typeface="Bahnschrift SemiBold SemiCondensed" panose="020B0502040204020203" charset="0"/>
              </a:rPr>
              <a:t>ast.h</a:t>
            </a:r>
            <a:r>
              <a:rPr lang="en-US" sz="1600" dirty="0">
                <a:solidFill>
                  <a:schemeClr val="tx1"/>
                </a:solidFill>
                <a:latin typeface="Bahnschrift SemiBold SemiCondensed" panose="020B0502040204020203" charset="0"/>
                <a:cs typeface="Bahnschrift SemiBold SemiCondensed" panose="020B0502040204020203" charset="0"/>
              </a:rPr>
              <a:t> / </a:t>
            </a:r>
            <a:r>
              <a:rPr lang="en-US" sz="1600" dirty="0" err="1">
                <a:solidFill>
                  <a:schemeClr val="tx1"/>
                </a:solidFill>
                <a:latin typeface="Bahnschrift SemiBold SemiCondensed" panose="020B0502040204020203" charset="0"/>
                <a:cs typeface="Bahnschrift SemiBold SemiCondensed" panose="020B0502040204020203" charset="0"/>
              </a:rPr>
              <a:t>ast.c</a:t>
            </a:r>
            <a:r>
              <a:rPr lang="en-US" sz="1600" dirty="0">
                <a:solidFill>
                  <a:schemeClr val="tx1"/>
                </a:solidFill>
                <a:latin typeface="Bahnschrift SemiBold SemiCondensed" panose="020B0502040204020203" charset="0"/>
                <a:cs typeface="Bahnschrift SemiBold SemiCondensed" panose="020B0502040204020203" charset="0"/>
              </a:rPr>
              <a:t> define the data structures (Deployment, Service, </a:t>
            </a:r>
            <a:r>
              <a:rPr lang="en-US" sz="1600" dirty="0" err="1">
                <a:solidFill>
                  <a:schemeClr val="tx1"/>
                </a:solidFill>
                <a:latin typeface="Bahnschrift SemiBold SemiCondensed" panose="020B0502040204020203" charset="0"/>
                <a:cs typeface="Bahnschrift SemiBold SemiCondensed" panose="020B0502040204020203" charset="0"/>
              </a:rPr>
              <a:t>EnvVar</a:t>
            </a:r>
            <a:r>
              <a:rPr lang="en-US" sz="1600" dirty="0">
                <a:solidFill>
                  <a:schemeClr val="tx1"/>
                </a:solidFill>
                <a:latin typeface="Bahnschrift SemiBold SemiCondensed" panose="020B0502040204020203" charset="0"/>
                <a:cs typeface="Bahnschrift SemiBold SemiCondensed" panose="020B0502040204020203" charset="0"/>
              </a:rPr>
              <a:t>, Constraint) and helper functions to construct and manipulate them.</a:t>
            </a:r>
            <a:endParaRPr lang="en-US" sz="1600" dirty="0">
              <a:solidFill>
                <a:schemeClr val="tx1"/>
              </a:solidFill>
              <a:latin typeface="Bahnschrift SemiBold SemiCondensed" panose="020B0502040204020203" charset="0"/>
              <a:cs typeface="Bahnschrift SemiBold SemiCondensed" panose="020B0502040204020203" charset="0"/>
            </a:endParaRPr>
          </a:p>
          <a:p>
            <a:pPr lvl="0"/>
            <a:r>
              <a:rPr lang="en-US" sz="1600" b="1" dirty="0">
                <a:solidFill>
                  <a:schemeClr val="tx1"/>
                </a:solidFill>
                <a:latin typeface="Bahnschrift SemiBold SemiCondensed" panose="020B0502040204020203" charset="0"/>
                <a:cs typeface="Bahnschrift SemiBold SemiCondensed" panose="020B0502040204020203" charset="0"/>
              </a:rPr>
              <a:t>*Optimization</a:t>
            </a:r>
            <a:r>
              <a:rPr lang="en-US" sz="1600" dirty="0">
                <a:solidFill>
                  <a:schemeClr val="tx1"/>
                </a:solidFill>
                <a:latin typeface="Bahnschrift SemiBold SemiCondensed" panose="020B0502040204020203" charset="0"/>
                <a:cs typeface="Bahnschrift SemiBold SemiCondensed" panose="020B0502040204020203" charset="0"/>
              </a:rPr>
              <a:t> — </a:t>
            </a:r>
            <a:r>
              <a:rPr lang="en-US" sz="1600" dirty="0" err="1">
                <a:solidFill>
                  <a:schemeClr val="tx1"/>
                </a:solidFill>
                <a:latin typeface="Bahnschrift SemiBold SemiCondensed" panose="020B0502040204020203" charset="0"/>
                <a:cs typeface="Bahnschrift SemiBold SemiCondensed" panose="020B0502040204020203" charset="0"/>
              </a:rPr>
              <a:t>optimizer.c</a:t>
            </a:r>
            <a:r>
              <a:rPr lang="en-US" sz="1600" dirty="0">
                <a:solidFill>
                  <a:schemeClr val="tx1"/>
                </a:solidFill>
                <a:latin typeface="Bahnschrift SemiBold SemiCondensed" panose="020B0502040204020203" charset="0"/>
                <a:cs typeface="Bahnschrift SemiBold SemiCondensed" panose="020B0502040204020203" charset="0"/>
              </a:rPr>
              <a:t> takes the AST and applies optimization passes (example: increase replica counts to satisfy constraints).</a:t>
            </a:r>
            <a:endParaRPr lang="en-US" sz="1600" dirty="0">
              <a:solidFill>
                <a:schemeClr val="tx1"/>
              </a:solidFill>
              <a:latin typeface="Bahnschrift SemiBold SemiCondensed" panose="020B0502040204020203" charset="0"/>
              <a:cs typeface="Bahnschrift SemiBold SemiCondensed" panose="020B0502040204020203" charset="0"/>
            </a:endParaRPr>
          </a:p>
          <a:p>
            <a:pPr lvl="0"/>
            <a:r>
              <a:rPr lang="en-US" sz="1600" b="1" dirty="0">
                <a:solidFill>
                  <a:schemeClr val="tx1"/>
                </a:solidFill>
                <a:latin typeface="Bahnschrift SemiBold SemiCondensed" panose="020B0502040204020203" charset="0"/>
                <a:cs typeface="Bahnschrift SemiBold SemiCondensed" panose="020B0502040204020203" charset="0"/>
              </a:rPr>
              <a:t>*Code generation</a:t>
            </a:r>
            <a:r>
              <a:rPr lang="en-US" sz="1600" dirty="0">
                <a:solidFill>
                  <a:schemeClr val="tx1"/>
                </a:solidFill>
                <a:latin typeface="Bahnschrift SemiBold SemiCondensed" panose="020B0502040204020203" charset="0"/>
                <a:cs typeface="Bahnschrift SemiBold SemiCondensed" panose="020B0502040204020203" charset="0"/>
              </a:rPr>
              <a:t> — </a:t>
            </a:r>
            <a:r>
              <a:rPr lang="en-US" sz="1600" dirty="0" err="1">
                <a:solidFill>
                  <a:schemeClr val="tx1"/>
                </a:solidFill>
                <a:latin typeface="Bahnschrift SemiBold SemiCondensed" panose="020B0502040204020203" charset="0"/>
                <a:cs typeface="Bahnschrift SemiBold SemiCondensed" panose="020B0502040204020203" charset="0"/>
              </a:rPr>
              <a:t>codegen.c</a:t>
            </a:r>
            <a:r>
              <a:rPr lang="en-US" sz="1600" dirty="0">
                <a:solidFill>
                  <a:schemeClr val="tx1"/>
                </a:solidFill>
                <a:latin typeface="Bahnschrift SemiBold SemiCondensed" panose="020B0502040204020203" charset="0"/>
                <a:cs typeface="Bahnschrift SemiBold SemiCondensed" panose="020B0502040204020203" charset="0"/>
              </a:rPr>
              <a:t> serializes the optimized AST into a JSON-formatted deployment plan.</a:t>
            </a:r>
            <a:endParaRPr lang="en-US" sz="1600" dirty="0">
              <a:solidFill>
                <a:schemeClr val="tx1"/>
              </a:solidFill>
              <a:latin typeface="Bahnschrift SemiBold SemiCondensed" panose="020B0502040204020203" charset="0"/>
              <a:cs typeface="Bahnschrift SemiBold SemiCondensed" panose="020B0502040204020203" charset="0"/>
            </a:endParaRPr>
          </a:p>
          <a:p>
            <a:pPr lvl="0"/>
            <a:r>
              <a:rPr lang="en-US" sz="1600" b="1" dirty="0">
                <a:solidFill>
                  <a:schemeClr val="tx1"/>
                </a:solidFill>
                <a:latin typeface="Bahnschrift SemiBold SemiCondensed" panose="020B0502040204020203" charset="0"/>
                <a:cs typeface="Bahnschrift SemiBold SemiCondensed" panose="020B0502040204020203" charset="0"/>
              </a:rPr>
              <a:t>*Main driver</a:t>
            </a:r>
            <a:r>
              <a:rPr lang="en-US" sz="1600" dirty="0">
                <a:solidFill>
                  <a:schemeClr val="tx1"/>
                </a:solidFill>
                <a:latin typeface="Bahnschrift SemiBold SemiCondensed" panose="020B0502040204020203" charset="0"/>
                <a:cs typeface="Bahnschrift SemiBold SemiCondensed" panose="020B0502040204020203" charset="0"/>
              </a:rPr>
              <a:t> — </a:t>
            </a:r>
            <a:r>
              <a:rPr lang="en-US" sz="1600" dirty="0" err="1">
                <a:solidFill>
                  <a:schemeClr val="tx1"/>
                </a:solidFill>
                <a:latin typeface="Bahnschrift SemiBold SemiCondensed" panose="020B0502040204020203" charset="0"/>
                <a:cs typeface="Bahnschrift SemiBold SemiCondensed" panose="020B0502040204020203" charset="0"/>
              </a:rPr>
              <a:t>main.c</a:t>
            </a:r>
            <a:r>
              <a:rPr lang="en-US" sz="1600" dirty="0">
                <a:solidFill>
                  <a:schemeClr val="tx1"/>
                </a:solidFill>
                <a:latin typeface="Bahnschrift SemiBold SemiCondensed" panose="020B0502040204020203" charset="0"/>
                <a:cs typeface="Bahnschrift SemiBold SemiCondensed" panose="020B0502040204020203" charset="0"/>
              </a:rPr>
              <a:t> ties everything together: opens input, calls parser, runs optimizer, calls emitter, cleans up.</a:t>
            </a:r>
            <a:endParaRPr lang="en-US" sz="1600" dirty="0">
              <a:solidFill>
                <a:schemeClr val="tx1"/>
              </a:solidFill>
              <a:latin typeface="Bahnschrift SemiBold SemiCondensed" panose="020B0502040204020203" charset="0"/>
              <a:cs typeface="Bahnschrift SemiBold SemiCondensed" panose="020B0502040204020203" charset="0"/>
            </a:endParaRPr>
          </a:p>
          <a:p>
            <a:r>
              <a:rPr lang="en-US" sz="1600" dirty="0">
                <a:solidFill>
                  <a:schemeClr val="tx1"/>
                </a:solidFill>
                <a:latin typeface="Bahnschrift SemiBold SemiCondensed" panose="020B0502040204020203" charset="0"/>
                <a:cs typeface="Bahnschrift SemiBold SemiCondensed" panose="020B0502040204020203" charset="0"/>
              </a:rPr>
              <a:t>At each stage data flows via C data structures (pointers to structs), so components are linked by function calls and shared headers.</a:t>
            </a:r>
            <a:endParaRPr lang="en-US" sz="1600" dirty="0">
              <a:solidFill>
                <a:schemeClr val="tx1"/>
              </a:solidFill>
              <a:latin typeface="Bahnschrift SemiBold SemiCondensed" panose="020B0502040204020203" charset="0"/>
              <a:cs typeface="Bahnschrift SemiBold SemiCondensed" panose="020B0502040204020203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4417060" y="2967335"/>
            <a:ext cx="309880" cy="33718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endParaRPr lang="en-US" sz="1600" b="1" cap="none" spc="0" dirty="0">
              <a:pattFill prst="dkUpDiag">
                <a:fgClr>
                  <a:schemeClr val="bg1">
                    <a:lumMod val="50000"/>
                  </a:schemeClr>
                </a:fgClr>
                <a:bgClr>
                  <a:schemeClr val="tx1">
                    <a:lumMod val="75000"/>
                    <a:lumOff val="25000"/>
                  </a:schemeClr>
                </a:bgClr>
              </a:patt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</a:schemeClr>
                </a:outerShdw>
              </a:effectLst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>
            <p:custDataLst>
              <p:tags r:id="rId1"/>
            </p:custDataLst>
          </p:nvPr>
        </p:nvSpPr>
        <p:spPr>
          <a:xfrm>
            <a:off x="685330" y="1975104"/>
            <a:ext cx="7333487" cy="406146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en-US" sz="2400" b="1" dirty="0">
                <a:solidFill>
                  <a:schemeClr val="tx1"/>
                </a:solidFill>
                <a:latin typeface="Bahnschrift SemiBold SemiCondensed" panose="020B0502040204020203" charset="0"/>
                <a:cs typeface="Bahnschrift SemiBold SemiCondensed" panose="020B0502040204020203" charset="0"/>
              </a:rPr>
              <a:t>• Parser Conflicts: Issues with nested constructs and new tokens.</a:t>
            </a:r>
            <a:endParaRPr lang="en-US" sz="2400" dirty="0">
              <a:solidFill>
                <a:schemeClr val="tx1"/>
              </a:solidFill>
              <a:latin typeface="Bahnschrift SemiBold SemiCondensed" panose="020B0502040204020203" charset="0"/>
              <a:cs typeface="Bahnschrift SemiBold SemiCondensed" panose="020B0502040204020203" charset="0"/>
            </a:endParaRPr>
          </a:p>
          <a:p>
            <a:r>
              <a:rPr lang="en-US" sz="2400" b="1" dirty="0">
                <a:solidFill>
                  <a:schemeClr val="tx1"/>
                </a:solidFill>
                <a:latin typeface="Bahnschrift SemiBold SemiCondensed" panose="020B0502040204020203" charset="0"/>
                <a:cs typeface="Bahnschrift SemiBold SemiCondensed" panose="020B0502040204020203" charset="0"/>
              </a:rPr>
              <a:t>• Linking Errors: Functions not recognized due to header mismatches.</a:t>
            </a:r>
            <a:endParaRPr lang="en-US" sz="2400" dirty="0">
              <a:solidFill>
                <a:schemeClr val="tx1"/>
              </a:solidFill>
              <a:latin typeface="Bahnschrift SemiBold SemiCondensed" panose="020B0502040204020203" charset="0"/>
              <a:cs typeface="Bahnschrift SemiBold SemiCondensed" panose="020B0502040204020203" charset="0"/>
            </a:endParaRPr>
          </a:p>
          <a:p>
            <a:r>
              <a:rPr lang="en-US" sz="2400" b="1" dirty="0">
                <a:solidFill>
                  <a:schemeClr val="tx1"/>
                </a:solidFill>
                <a:latin typeface="Bahnschrift SemiBold SemiCondensed" panose="020B0502040204020203" charset="0"/>
                <a:cs typeface="Bahnschrift SemiBold SemiCondensed" panose="020B0502040204020203" charset="0"/>
              </a:rPr>
              <a:t>• Syntax Errors: Case sensitivity issues during lexical analysis.</a:t>
            </a:r>
            <a:endParaRPr lang="en-US" sz="2400" dirty="0">
              <a:solidFill>
                <a:schemeClr val="tx1"/>
              </a:solidFill>
              <a:latin typeface="Bahnschrift SemiBold SemiCondensed" panose="020B0502040204020203" charset="0"/>
              <a:cs typeface="Bahnschrift SemiBold SemiCondensed" panose="020B0502040204020203" charset="0"/>
            </a:endParaRPr>
          </a:p>
          <a:p>
            <a:r>
              <a:rPr lang="en-US" sz="2400" b="1" dirty="0">
                <a:solidFill>
                  <a:schemeClr val="tx1"/>
                </a:solidFill>
                <a:latin typeface="Bahnschrift SemiBold SemiCondensed" panose="020B0502040204020203" charset="0"/>
                <a:cs typeface="Bahnschrift SemiBold SemiCondensed" panose="020B0502040204020203" charset="0"/>
              </a:rPr>
              <a:t>• Semantic Ambiguities: Linking between services and constraints.</a:t>
            </a:r>
            <a:endParaRPr lang="en-US" sz="2400" dirty="0">
              <a:solidFill>
                <a:schemeClr val="tx1"/>
              </a:solidFill>
              <a:latin typeface="Bahnschrift SemiBold SemiCondensed" panose="020B0502040204020203" charset="0"/>
              <a:cs typeface="Bahnschrift SemiBold SemiCondensed" panose="020B0502040204020203" charset="0"/>
            </a:endParaRPr>
          </a:p>
          <a:p>
            <a:r>
              <a:rPr lang="en-US" sz="2400" b="1" dirty="0">
                <a:solidFill>
                  <a:schemeClr val="tx1"/>
                </a:solidFill>
                <a:latin typeface="Bahnschrift SemiBold SemiCondensed" panose="020B0502040204020203" charset="0"/>
                <a:cs typeface="Bahnschrift SemiBold SemiCondensed" panose="020B0502040204020203" charset="0"/>
              </a:rPr>
              <a:t>• Debugging: Required detailed tracing and use of GDB for parser debugging.</a:t>
            </a:r>
            <a:endParaRPr lang="en-US" sz="2400" dirty="0">
              <a:solidFill>
                <a:schemeClr val="tx1"/>
              </a:solidFill>
              <a:latin typeface="Bahnschrift SemiBold SemiCondensed" panose="020B0502040204020203" charset="0"/>
              <a:cs typeface="Bahnschrift SemiBold SemiCondensed" panose="020B0502040204020203" charset="0"/>
            </a:endParaRPr>
          </a:p>
          <a:p>
            <a:pPr lvl="0"/>
            <a:endParaRPr lang="en-US" sz="2400" dirty="0">
              <a:solidFill>
                <a:schemeClr val="tx1"/>
              </a:solidFill>
              <a:latin typeface="Bahnschrift SemiBold SemiCondensed" panose="020B0502040204020203" charset="0"/>
              <a:cs typeface="Bahnschrift SemiBold SemiCondensed" panose="020B0502040204020203" charset="0"/>
            </a:endParaRPr>
          </a:p>
        </p:txBody>
      </p:sp>
      <p:sp>
        <p:nvSpPr>
          <p:cNvPr id="7" name="Title 5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768096" y="585216"/>
            <a:ext cx="7290054" cy="1499616"/>
          </a:xfrm>
          <a:prstGeom prst="rect">
            <a:avLst/>
          </a:prstGeom>
          <a:noFill/>
          <a:ln w="0">
            <a:noFill/>
          </a:ln>
        </p:spPr>
        <p:txBody>
          <a:bodyPr vert="horz" lIns="90000" tIns="45000" rIns="90000" bIns="45000" rtlCol="0" anchor="ctr">
            <a:normAutofit/>
          </a:bodyPr>
          <a:lstStyle>
            <a:lvl1pPr marL="0" marR="0" algn="ctr" defTabSz="457200" rtl="1" eaLnBrk="1" fontAlgn="auto" latinLnBrk="0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kumimoji="0" lang="en-US" sz="4400" b="0" i="0" u="sng" strike="noStrike" kern="1200" cap="none" spc="0" normalizeH="0" baseline="0" noProof="1" dirty="0"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n-cs"/>
              </a:defRPr>
            </a:lvl1pPr>
          </a:lstStyle>
          <a:p>
            <a:r>
              <a:rPr>
                <a:solidFill>
                  <a:schemeClr val="tx1"/>
                </a:solidFill>
                <a:latin typeface="Bahnschrift SemiBold SemiCondensed" panose="020B0502040204020203" charset="0"/>
                <a:cs typeface="Bahnschrift SemiBold SemiCondensed" panose="020B0502040204020203" charset="0"/>
              </a:rPr>
              <a:t>Problems Experienced</a:t>
            </a:r>
            <a:endParaRPr>
              <a:solidFill>
                <a:schemeClr val="tx1"/>
              </a:solidFill>
              <a:latin typeface="Bahnschrift SemiBold SemiCondensed" panose="020B0502040204020203" charset="0"/>
              <a:cs typeface="Bahnschrift SemiBold SemiCondensed" panose="020B0502040204020203" charset="0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Box 30"/>
          <p:cNvSpPr txBox="1"/>
          <p:nvPr>
            <p:custDataLst>
              <p:tags r:id="rId1"/>
            </p:custDataLst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wrap="square" lIns="90000" tIns="45000" rIns="90000" bIns="45000" anchor="t">
            <a:normAutofit/>
          </a:bodyPr>
          <a:lstStyle/>
          <a:p>
            <a:pPr marL="392430" indent="-392430" rtl="1">
              <a:spcBef>
                <a:spcPts val="770"/>
              </a:spcBef>
              <a:buClr>
                <a:srgbClr val="000000"/>
              </a:buClr>
              <a:buSzPct val="45000"/>
            </a:pPr>
            <a:r>
              <a:rPr lang="en-US" sz="3000" b="0" u="none" strike="noStrike" dirty="0">
                <a:solidFill>
                  <a:schemeClr val="tx1"/>
                </a:solidFill>
                <a:effectLst/>
                <a:uFillTx/>
                <a:latin typeface="Bahnschrift SemiBold SemiCondensed" panose="020B0502040204020203" charset="0"/>
                <a:ea typeface="Calibri" panose="020F0502020204030204"/>
                <a:cs typeface="Bahnschrift SemiBold SemiCondensed" panose="020B0502040204020203" charset="0"/>
              </a:rPr>
              <a:t>This project demonstrates how compiler design concepts can be applied to real-world automation. It transforms a high-level deployment description language into a structured, </a:t>
            </a:r>
            <a:r>
              <a:rPr lang="en-US" sz="3000" b="0" u="none" strike="noStrike" dirty="0" err="1">
                <a:solidFill>
                  <a:schemeClr val="tx1"/>
                </a:solidFill>
                <a:effectLst/>
                <a:uFillTx/>
                <a:latin typeface="Bahnschrift SemiBold SemiCondensed" panose="020B0502040204020203" charset="0"/>
                <a:ea typeface="Calibri" panose="020F0502020204030204"/>
                <a:cs typeface="Bahnschrift SemiBold SemiCondensed" panose="020B0502040204020203" charset="0"/>
              </a:rPr>
              <a:t>optimised</a:t>
            </a:r>
            <a:r>
              <a:rPr lang="en-US" sz="3000" b="0" u="none" strike="noStrike" dirty="0">
                <a:solidFill>
                  <a:schemeClr val="tx1"/>
                </a:solidFill>
                <a:effectLst/>
                <a:uFillTx/>
                <a:latin typeface="Bahnschrift SemiBold SemiCondensed" panose="020B0502040204020203" charset="0"/>
                <a:ea typeface="Calibri" panose="020F0502020204030204"/>
                <a:cs typeface="Bahnschrift SemiBold SemiCondensed" panose="020B0502040204020203" charset="0"/>
              </a:rPr>
              <a:t> plan, bridging the gap between human-readable scripts and machine-deployable configurations.</a:t>
            </a:r>
            <a:endParaRPr lang="en-US" sz="3000" b="0" u="none" strike="noStrike" dirty="0">
              <a:solidFill>
                <a:schemeClr val="tx1"/>
              </a:solidFill>
              <a:effectLst/>
              <a:uFillTx/>
              <a:latin typeface="Bahnschrift SemiBold SemiCondensed" panose="020B0502040204020203" charset="0"/>
              <a:ea typeface="Calibri" panose="020F0502020204030204"/>
              <a:cs typeface="Bahnschrift SemiBold SemiCondensed" panose="020B0502040204020203" charset="0"/>
            </a:endParaRPr>
          </a:p>
        </p:txBody>
      </p:sp>
      <p:sp>
        <p:nvSpPr>
          <p:cNvPr id="4" name="Title 2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457200" y="27468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vert="horz" lIns="90000" tIns="45000" rIns="90000" bIns="45000" rtlCol="0" anchor="ctr">
            <a:normAutofit/>
          </a:bodyPr>
          <a:lstStyle>
            <a:lvl1pPr marL="0" marR="0" algn="ctr" defTabSz="457200" rtl="1" eaLnBrk="1" fontAlgn="auto" latinLnBrk="0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kumimoji="0" lang="en-US" sz="4400" b="0" i="0" u="sng" strike="noStrike" kern="1200" cap="none" spc="0" normalizeH="0" baseline="0" noProof="1" dirty="0"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n-cs"/>
              </a:defRPr>
            </a:lvl1pPr>
          </a:lstStyle>
          <a:p>
            <a:r>
              <a:rPr>
                <a:solidFill>
                  <a:schemeClr val="tx1"/>
                </a:solidFill>
                <a:latin typeface="Bahnschrift SemiBold SemiCondensed" panose="020B0502040204020203" charset="0"/>
                <a:cs typeface="Bahnschrift SemiBold SemiCondensed" panose="020B0502040204020203" charset="0"/>
              </a:rPr>
              <a:t>Conclusion</a:t>
            </a:r>
            <a:endParaRPr>
              <a:solidFill>
                <a:schemeClr val="tx1"/>
              </a:solidFill>
              <a:latin typeface="Bahnschrift SemiBold SemiCondensed" panose="020B0502040204020203" charset="0"/>
              <a:cs typeface="Bahnschrift SemiBold SemiCondensed" panose="020B0502040204020203" charset="0"/>
            </a:endParaRPr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TYPE" val="a"/>
  <p:tag name="KSO_WM_UNIT_INDEX" val="1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b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80"/>
  <p:tag name="KSO_WM_UNIT_TYPE" val="b"/>
  <p:tag name="KSO_WM_UNIT_INDEX" val="1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f*4"/>
  <p:tag name="KSO_WM_UNIT_LAYERLEVEL" val="1"/>
  <p:tag name="KSO_WM_TAG_VERSION" val="3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4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TYPE" val="f"/>
  <p:tag name="KSO_WM_UNIT_INDEX" val="1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a*1"/>
  <p:tag name="KSO_WM_UNIT_LAYERLEVEL" val="1"/>
  <p:tag name="KSO_WM_TAG_VERSION" val="3.0"/>
  <p:tag name="KSO_WM_BEAUTIFY_FLAG" val="#wm#"/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TYPE" val="a"/>
  <p:tag name="KSO_WM_UNIT_INDEX" val="1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14"/>
  <p:tag name="KSO_WM_UNIT_TYPE" val="a"/>
  <p:tag name="KSO_WM_UNIT_INDEX" val="1"/>
</p:tagLst>
</file>

<file path=ppt/tags/tag14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ID" val="_4*e*1"/>
  <p:tag name="KSO_WM_UNIT_LAYERLEVEL" val="1"/>
  <p:tag name="KSO_WM_TAG_VERSION" val="3.0"/>
  <p:tag name="KSO_WM_BEAUTIFY_FLAG" val="#wm#"/>
  <p:tag name="KSO_WM_UNIT_PRESET_TEXT" val="节编号"/>
  <p:tag name="KSO_WM_UNIT_NOCLEAR" val="0"/>
  <p:tag name="KSO_WM_UNIT_VALUE" val="13"/>
  <p:tag name="KSO_WM_UNIT_TYPE" val="e"/>
  <p:tag name="KSO_WM_UNIT_INDEX" val="1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TYPE" val="f"/>
  <p:tag name="KSO_WM_UNIT_INDEX" val="1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f*2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TYPE" val="f"/>
  <p:tag name="KSO_WM_UNIT_INDEX" val="2"/>
  <p:tag name="KSO_WM_UNIT_VALUE" val="476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a*1_1"/>
  <p:tag name="KSO_WM_UNIT_LAYERLEVEL" val="1_1"/>
  <p:tag name="KSO_WM_TAG_VERSION" val="3.0"/>
  <p:tag name="KSO_WM_BEAUTIFY_FLAG" val="#wm#"/>
  <p:tag name="KSO_WM_UNIT_PRESET_TEXT" val="单击此处编辑母版文本样式"/>
  <p:tag name="KSO_WM_UNIT_NOCLEAR" val="0"/>
  <p:tag name="KSO_WM_UNIT_TYPE" val="h_a"/>
  <p:tag name="KSO_WM_UNIT_INDEX" val="1_1"/>
  <p:tag name="KSO_WM_UNIT_ISCONTENTSTITLE" val="0"/>
  <p:tag name="KSO_WM_UNIT_ISNUMDGMTITLE" val="0"/>
  <p:tag name="KSO_WM_UNIT_VALUE" val="19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f*1_1"/>
  <p:tag name="KSO_WM_UNIT_LAYERLEVEL" val="1_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TYPE" val="h_f"/>
  <p:tag name="KSO_WM_UNIT_INDEX" val="1_1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a*2_1"/>
  <p:tag name="KSO_WM_UNIT_LAYERLEVEL" val="1_1"/>
  <p:tag name="KSO_WM_TAG_VERSION" val="3.0"/>
  <p:tag name="KSO_WM_BEAUTIFY_FLAG" val="#wm#"/>
  <p:tag name="KSO_WM_UNIT_PRESET_TEXT" val="单击此处编辑母版文本样式"/>
  <p:tag name="KSO_WM_UNIT_NOCLEAR" val="0"/>
  <p:tag name="KSO_WM_UNIT_TYPE" val="h_a"/>
  <p:tag name="KSO_WM_UNIT_INDEX" val="2_1"/>
  <p:tag name="KSO_WM_UNIT_ISCONTENTSTITLE" val="0"/>
  <p:tag name="KSO_WM_UNIT_ISNUMDGMTITLE" val="0"/>
  <p:tag name="KSO_WM_UNIT_VALUE" val="19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f*2_1"/>
  <p:tag name="KSO_WM_UNIT_LAYERLEVEL" val="1_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TYPE" val="h_f"/>
  <p:tag name="KSO_WM_UNIT_INDEX" val="2_1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96"/>
  <p:tag name="KSO_WM_UNIT_TYPE" val="f"/>
  <p:tag name="KSO_WM_UNIT_INDEX" val="1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b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40"/>
  <p:tag name="KSO_WM_UNIT_TYPE" val="b"/>
  <p:tag name="KSO_WM_UNIT_INDEX" val="1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TYPE" val="a"/>
  <p:tag name="KSO_WM_UNIT_INDEX" val="1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f*5"/>
  <p:tag name="KSO_WM_UNIT_LAYERLEVEL" val="1"/>
  <p:tag name="KSO_WM_TAG_VERSION" val="3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5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0*i*1"/>
  <p:tag name="KSO_WM_UNIT_LAYERLEVEL" val="1"/>
  <p:tag name="KSO_WM_TAG_VERSION" val="3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a*1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TYPE" val="a"/>
  <p:tag name="KSO_WM_UNIT_INDEX" val="1"/>
  <p:tag name="KSO_WM_TEMPLATE_CATEGORY" val="custom"/>
  <p:tag name="KSO_WM_TEMPLATE_INDEX" val="20238007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f*1"/>
  <p:tag name="KSO_WM_UNIT_LAYERLEVEL" val="1"/>
  <p:tag name="KSO_WM_TAG_VERSION" val="1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TYPE" val="f"/>
  <p:tag name="KSO_WM_UNIT_INDEX" val="1"/>
  <p:tag name="KSO_WM_TEMPLATE_CATEGORY" val="custom"/>
  <p:tag name="KSO_WM_TEMPLATE_INDEX" val="20238007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57.xml><?xml version="1.0" encoding="utf-8"?>
<p:tagLst xmlns:p="http://schemas.openxmlformats.org/presentationml/2006/main"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8007"/>
  <p:tag name="KSO_WM_TEMPLATE_THUMBS_INDEX" val="1、9"/>
  <p:tag name="KSO_WM_SPECIAL_SOURCE" val="bdnull"/>
</p:tagLst>
</file>

<file path=ppt/tags/tag58.xml><?xml version="1.0" encoding="utf-8"?>
<p:tagLst xmlns:p="http://schemas.openxmlformats.org/presentationml/2006/main">
  <p:tag name="KSO_WM_UNIT_INDEX" val="3"/>
  <p:tag name="KSO_WM_UNIT_TYPE" val="d"/>
  <p:tag name="KSO_WM_BEAUTIFY_FLAG" val="#wm#"/>
</p:tagLst>
</file>

<file path=ppt/tags/tag59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8007_1*a*1"/>
  <p:tag name="KSO_WM_TEMPLATE_CATEGORY" val="custom"/>
  <p:tag name="KSO_WM_TEMPLATE_INDEX" val="20238007"/>
  <p:tag name="KSO_WM_UNIT_LAYERLEVEL" val="1"/>
  <p:tag name="KSO_WM_TAG_VERSION" val="3.0"/>
  <p:tag name="KSO_WM_BEAUTIFY_FLAG" val="#wm#"/>
  <p:tag name="KSO_WM_UNIT_PRESET_TEXT" val="Your title here"/>
</p:tagLst>
</file>

<file path=ppt/tags/tag60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8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38007_1*b*1"/>
  <p:tag name="KSO_WM_TEMPLATE_CATEGORY" val="custom"/>
  <p:tag name="KSO_WM_TEMPLATE_INDEX" val="20238007"/>
  <p:tag name="KSO_WM_UNIT_LAYERLEVEL" val="1"/>
  <p:tag name="KSO_WM_TAG_VERSION" val="3.0"/>
  <p:tag name="KSO_WM_BEAUTIFY_FLAG" val="#wm#"/>
  <p:tag name="KSO_WM_UNIT_PRESET_TEXT" val="Add description"/>
</p:tagLst>
</file>

<file path=ppt/tags/tag61.xml><?xml version="1.0" encoding="utf-8"?>
<p:tagLst xmlns:p="http://schemas.openxmlformats.org/presentationml/2006/main">
  <p:tag name="KSO_WM_SLIDE_ID" val="custom20238007_1"/>
  <p:tag name="KSO_WM_TEMPLATE_SUBCATEGORY" val="29"/>
  <p:tag name="KSO_WM_TEMPLATE_MASTER_TYPE" val="0"/>
  <p:tag name="KSO_WM_TEMPLATE_COLOR_TYPE" val="0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8007"/>
  <p:tag name="KSO_WM_SLIDE_LAYOUT" val="a_b_f"/>
  <p:tag name="KSO_WM_SLIDE_LAYOUT_CNT" val="1_1_1"/>
  <p:tag name="KSO_WM_SLIDE_TYPE" val="title"/>
  <p:tag name="KSO_WM_SLIDE_SUBTYPE" val="pureTxt"/>
  <p:tag name="KSO_WM_TEMPLATE_THUMBS_INDEX" val="1、9"/>
  <p:tag name="KSO_WM_SPECIAL_SOURCE" val="bdnull"/>
  <p:tag name="KSO_WM_SLIDE_THEME_ID" val="3323825"/>
  <p:tag name="KSO_WM_SLIDE_THEME_NAME" val="Z_20238007_Black Tech"/>
</p:tagLst>
</file>

<file path=ppt/tags/tag62.xml><?xml version="1.0" encoding="utf-8"?>
<p:tagLst xmlns:p="http://schemas.openxmlformats.org/presentationml/2006/main">
  <p:tag name="KSO_WM_UNIT_INDEX" val="2"/>
  <p:tag name="KSO_WM_UNIT_TEXT_SUBTYPE" val="a"/>
  <p:tag name="KSO_WM_UNIT_SUBTYPE" val="a"/>
  <p:tag name="KSO_WM_UNIT_TYPE" val="f"/>
  <p:tag name="KSO_WM_BEAUTIFY_FLAG" val="#wm#"/>
</p:tagLst>
</file>

<file path=ppt/tags/tag63.xml><?xml version="1.0" encoding="utf-8"?>
<p:tagLst xmlns:p="http://schemas.openxmlformats.org/presentationml/2006/main">
  <p:tag name="KSO_WM_UNIT_INDEX" val="1"/>
  <p:tag name="KSO_WM_UNIT_TYPE" val="a"/>
  <p:tag name="KSO_WM_BEAUTIFY_FLAG" val="#wm#"/>
</p:tagLst>
</file>

<file path=ppt/tags/tag64.xml><?xml version="1.0" encoding="utf-8"?>
<p:tagLst xmlns:p="http://schemas.openxmlformats.org/presentationml/2006/main">
  <p:tag name="KSO_WM_SLIDE_TYPE" val="text"/>
  <p:tag name="KSO_WM_BEAUTIFY_FLAG" val="#wm#"/>
</p:tagLst>
</file>

<file path=ppt/tags/tag65.xml><?xml version="1.0" encoding="utf-8"?>
<p:tagLst xmlns:p="http://schemas.openxmlformats.org/presentationml/2006/main">
  <p:tag name="KSO_WM_UNIT_INDEX" val="2"/>
  <p:tag name="KSO_WM_UNIT_TEXT_SUBTYPE" val="a"/>
  <p:tag name="KSO_WM_UNIT_SUBTYPE" val="a"/>
  <p:tag name="KSO_WM_UNIT_TYPE" val="f"/>
  <p:tag name="KSO_WM_BEAUTIFY_FLAG" val="#wm#"/>
</p:tagLst>
</file>

<file path=ppt/tags/tag66.xml><?xml version="1.0" encoding="utf-8"?>
<p:tagLst xmlns:p="http://schemas.openxmlformats.org/presentationml/2006/main">
  <p:tag name="KSO_WM_UNIT_INDEX" val="1"/>
  <p:tag name="KSO_WM_UNIT_TYPE" val="a"/>
  <p:tag name="KSO_WM_BEAUTIFY_FLAG" val="#wm#"/>
  <p:tag name="KSO_WM_UNIT_TEXT" val="Project Overview"/>
</p:tagLst>
</file>

<file path=ppt/tags/tag67.xml><?xml version="1.0" encoding="utf-8"?>
<p:tagLst xmlns:p="http://schemas.openxmlformats.org/presentationml/2006/main">
  <p:tag name="KSO_WM_SLIDE_TYPE" val="text"/>
  <p:tag name="KSO_WM_BEAUTIFY_FLAG" val="#wm#"/>
</p:tagLst>
</file>

<file path=ppt/tags/tag68.xml><?xml version="1.0" encoding="utf-8"?>
<p:tagLst xmlns:p="http://schemas.openxmlformats.org/presentationml/2006/main">
  <p:tag name="KSO_WM_UNIT_INDEX" val="2"/>
  <p:tag name="KSO_WM_UNIT_TEXT_SUBTYPE" val="a"/>
  <p:tag name="KSO_WM_UNIT_SUBTYPE" val="a"/>
  <p:tag name="KSO_WM_UNIT_TYPE" val="f"/>
  <p:tag name="KSO_WM_BEAUTIFY_FLAG" val="#wm#"/>
</p:tagLst>
</file>

<file path=ppt/tags/tag69.xml><?xml version="1.0" encoding="utf-8"?>
<p:tagLst xmlns:p="http://schemas.openxmlformats.org/presentationml/2006/main">
  <p:tag name="KSO_WM_UNIT_INDEX" val="1"/>
  <p:tag name="KSO_WM_UNIT_TYPE" val="a"/>
  <p:tag name="KSO_WM_BEAUTIFY_FLAG" val="#wm#"/>
  <p:tag name="KSO_WM_UNIT_TEXT" val="Motivation &amp; Objective"/>
</p:tagLst>
</file>

<file path=ppt/tags/tag70.xml><?xml version="1.0" encoding="utf-8"?>
<p:tagLst xmlns:p="http://schemas.openxmlformats.org/presentationml/2006/main">
  <p:tag name="KSO_WM_SLIDE_TYPE" val="text"/>
  <p:tag name="KSO_WM_BEAUTIFY_FLAG" val="#wm#"/>
</p:tagLst>
</file>

<file path=ppt/tags/tag71.xml><?xml version="1.0" encoding="utf-8"?>
<p:tagLst xmlns:p="http://schemas.openxmlformats.org/presentationml/2006/main">
  <p:tag name="KSO_WM_UNIT_INDEX" val="2"/>
  <p:tag name="KSO_WM_UNIT_TEXT_SUBTYPE" val="a"/>
  <p:tag name="KSO_WM_UNIT_SUBTYPE" val="a"/>
  <p:tag name="KSO_WM_UNIT_TYPE" val="f"/>
  <p:tag name="KSO_WM_BEAUTIFY_FLAG" val="#wm#"/>
</p:tagLst>
</file>

<file path=ppt/tags/tag72.xml><?xml version="1.0" encoding="utf-8"?>
<p:tagLst xmlns:p="http://schemas.openxmlformats.org/presentationml/2006/main">
  <p:tag name="KSO_WM_UNIT_INDEX" val="1"/>
  <p:tag name="KSO_WM_UNIT_TYPE" val="a"/>
  <p:tag name="KSO_WM_BEAUTIFY_FLAG" val="#wm#"/>
  <p:tag name="KSO_WM_UNIT_TEXT" val="Compiler Architecture"/>
</p:tagLst>
</file>

<file path=ppt/tags/tag73.xml><?xml version="1.0" encoding="utf-8"?>
<p:tagLst xmlns:p="http://schemas.openxmlformats.org/presentationml/2006/main">
  <p:tag name="KSO_WM_SLIDE_TYPE" val="text"/>
  <p:tag name="KSO_WM_BEAUTIFY_FLAG" val="#wm#"/>
</p:tagLst>
</file>

<file path=ppt/tags/tag74.xml><?xml version="1.0" encoding="utf-8"?>
<p:tagLst xmlns:p="http://schemas.openxmlformats.org/presentationml/2006/main">
  <p:tag name="KSO_WM_UNIT_INDEX" val="1"/>
  <p:tag name="KSO_WM_UNIT_TEXT_SUBTYPE" val="a"/>
  <p:tag name="KSO_WM_UNIT_SUBTYPE" val="a"/>
  <p:tag name="KSO_WM_UNIT_TYPE" val="f"/>
  <p:tag name="KSO_WM_BEAUTIFY_FLAG" val="#wm#"/>
</p:tagLst>
</file>

<file path=ppt/tags/tag75.xml><?xml version="1.0" encoding="utf-8"?>
<p:tagLst xmlns:p="http://schemas.openxmlformats.org/presentationml/2006/main">
  <p:tag name="KSO_WM_UNIT_INDEX" val="2"/>
  <p:tag name="KSO_WM_UNIT_TEXT_SUBTYPE" val="a"/>
  <p:tag name="KSO_WM_UNIT_SUBTYPE" val="a"/>
  <p:tag name="KSO_WM_UNIT_TYPE" val="f"/>
  <p:tag name="KSO_WM_BEAUTIFY_FLAG" val="#wm#"/>
</p:tagLst>
</file>

<file path=ppt/tags/tag76.xml><?xml version="1.0" encoding="utf-8"?>
<p:tagLst xmlns:p="http://schemas.openxmlformats.org/presentationml/2006/main">
  <p:tag name="KSO_WM_SLIDE_TYPE" val="text"/>
  <p:tag name="KSO_WM_BEAUTIFY_FLAG" val="#wm#"/>
</p:tagLst>
</file>

<file path=ppt/tags/tag77.xml><?xml version="1.0" encoding="utf-8"?>
<p:tagLst xmlns:p="http://schemas.openxmlformats.org/presentationml/2006/main">
  <p:tag name="KSO_WM_UNIT_INDEX" val="2"/>
  <p:tag name="KSO_WM_UNIT_TEXT_SUBTYPE" val="a"/>
  <p:tag name="KSO_WM_UNIT_SUBTYPE" val="a"/>
  <p:tag name="KSO_WM_UNIT_TYPE" val="f"/>
  <p:tag name="KSO_WM_BEAUTIFY_FLAG" val="#wm#"/>
</p:tagLst>
</file>

<file path=ppt/tags/tag78.xml><?xml version="1.0" encoding="utf-8"?>
<p:tagLst xmlns:p="http://schemas.openxmlformats.org/presentationml/2006/main">
  <p:tag name="KSO_WM_UNIT_INDEX" val="1"/>
  <p:tag name="KSO_WM_UNIT_TYPE" val="a"/>
  <p:tag name="KSO_WM_BEAUTIFY_FLAG" val="#wm#"/>
  <p:tag name="KSO_WM_UNIT_TEXT" val="File: lexer.l (Lexical Analyser)"/>
</p:tagLst>
</file>

<file path=ppt/tags/tag79.xml><?xml version="1.0" encoding="utf-8"?>
<p:tagLst xmlns:p="http://schemas.openxmlformats.org/presentationml/2006/main">
  <p:tag name="KSO_WM_SLIDE_TYPE" val="text"/>
  <p:tag name="KSO_WM_BEAUTIFY_FLAG" val="#wm#"/>
</p:tagLst>
</file>

<file path=ppt/tags/tag80.xml><?xml version="1.0" encoding="utf-8"?>
<p:tagLst xmlns:p="http://schemas.openxmlformats.org/presentationml/2006/main">
  <p:tag name="KSO_WM_UNIT_INDEX" val="1"/>
  <p:tag name="KSO_WM_UNIT_TEXT_SUBTYPE" val="a"/>
  <p:tag name="KSO_WM_UNIT_SUBTYPE" val="a"/>
  <p:tag name="KSO_WM_UNIT_TYPE" val="f"/>
  <p:tag name="KSO_WM_BEAUTIFY_FLAG" val="#wm#"/>
</p:tagLst>
</file>

<file path=ppt/tags/tag81.xml><?xml version="1.0" encoding="utf-8"?>
<p:tagLst xmlns:p="http://schemas.openxmlformats.org/presentationml/2006/main">
  <p:tag name="KSO_WM_UNIT_INDEX" val="2"/>
  <p:tag name="KSO_WM_UNIT_TEXT_SUBTYPE" val="a"/>
  <p:tag name="KSO_WM_UNIT_SUBTYPE" val="a"/>
  <p:tag name="KSO_WM_UNIT_TYPE" val="f"/>
  <p:tag name="KSO_WM_BEAUTIFY_FLAG" val="#wm#"/>
</p:tagLst>
</file>

<file path=ppt/tags/tag82.xml><?xml version="1.0" encoding="utf-8"?>
<p:tagLst xmlns:p="http://schemas.openxmlformats.org/presentationml/2006/main">
  <p:tag name="KSO_WM_SLIDE_TYPE" val="text"/>
  <p:tag name="KSO_WM_BEAUTIFY_FLAG" val="#wm#"/>
</p:tagLst>
</file>

<file path=ppt/tags/tag83.xml><?xml version="1.0" encoding="utf-8"?>
<p:tagLst xmlns:p="http://schemas.openxmlformats.org/presentationml/2006/main">
  <p:tag name="KSO_WM_UNIT_INDEX" val="2"/>
  <p:tag name="KSO_WM_UNIT_TEXT_SUBTYPE" val="a"/>
  <p:tag name="KSO_WM_UNIT_SUBTYPE" val="a"/>
  <p:tag name="KSO_WM_UNIT_TYPE" val="f"/>
  <p:tag name="KSO_WM_BEAUTIFY_FLAG" val="#wm#"/>
</p:tagLst>
</file>

<file path=ppt/tags/tag84.xml><?xml version="1.0" encoding="utf-8"?>
<p:tagLst xmlns:p="http://schemas.openxmlformats.org/presentationml/2006/main">
  <p:tag name="KSO_WM_UNIT_INDEX" val="1"/>
  <p:tag name="KSO_WM_UNIT_TYPE" val="a"/>
  <p:tag name="KSO_WM_BEAUTIFY_FLAG" val="#wm#"/>
  <p:tag name="KSO_WM_UNIT_TEXT" val="File: parser.y (Syntax Analyser)"/>
</p:tagLst>
</file>

<file path=ppt/tags/tag85.xml><?xml version="1.0" encoding="utf-8"?>
<p:tagLst xmlns:p="http://schemas.openxmlformats.org/presentationml/2006/main">
  <p:tag name="KSO_WM_SLIDE_TYPE" val="text"/>
  <p:tag name="KSO_WM_BEAUTIFY_FLAG" val="#wm#"/>
</p:tagLst>
</file>

<file path=ppt/tags/tag86.xml><?xml version="1.0" encoding="utf-8"?>
<p:tagLst xmlns:p="http://schemas.openxmlformats.org/presentationml/2006/main">
  <p:tag name="KSO_WM_UNIT_INDEX" val="2"/>
  <p:tag name="KSO_WM_UNIT_TEXT_SUBTYPE" val="a"/>
  <p:tag name="KSO_WM_UNIT_SUBTYPE" val="a"/>
  <p:tag name="KSO_WM_UNIT_TYPE" val="f"/>
  <p:tag name="KSO_WM_BEAUTIFY_FLAG" val="#wm#"/>
</p:tagLst>
</file>

<file path=ppt/tags/tag87.xml><?xml version="1.0" encoding="utf-8"?>
<p:tagLst xmlns:p="http://schemas.openxmlformats.org/presentationml/2006/main">
  <p:tag name="KSO_WM_UNIT_INDEX" val="1"/>
  <p:tag name="KSO_WM_UNIT_TYPE" val="a"/>
  <p:tag name="KSO_WM_BEAUTIFY_FLAG" val="#wm#"/>
  <p:tag name="KSO_WM_UNIT_TEXT" val="File: codegen.c (Code Generation)"/>
</p:tagLst>
</file>

<file path=ppt/tags/tag88.xml><?xml version="1.0" encoding="utf-8"?>
<p:tagLst xmlns:p="http://schemas.openxmlformats.org/presentationml/2006/main">
  <p:tag name="KSO_WM_SLIDE_TYPE" val="text"/>
  <p:tag name="KSO_WM_BEAUTIFY_FLAG" val="#wm#"/>
</p:tagLst>
</file>

<file path=ppt/tags/tag89.xml><?xml version="1.0" encoding="utf-8"?>
<p:tagLst xmlns:p="http://schemas.openxmlformats.org/presentationml/2006/main">
  <p:tag name="KSO_WM_UNIT_INDEX" val="2"/>
  <p:tag name="KSO_WM_UNIT_TEXT_SUBTYPE" val="a"/>
  <p:tag name="KSO_WM_UNIT_SUBTYPE" val="a"/>
  <p:tag name="KSO_WM_UNIT_TYPE" val="f"/>
  <p:tag name="KSO_WM_BEAUTIFY_FLAG" val="#wm#"/>
</p:tagLst>
</file>

<file path=ppt/tags/tag90.xml><?xml version="1.0" encoding="utf-8"?>
<p:tagLst xmlns:p="http://schemas.openxmlformats.org/presentationml/2006/main">
  <p:tag name="KSO_WM_UNIT_INDEX" val="1"/>
  <p:tag name="KSO_WM_UNIT_TYPE" val="a"/>
  <p:tag name="KSO_WM_BEAUTIFY_FLAG" val="#wm#"/>
  <p:tag name="KSO_WM_UNIT_TEXT" val="File: main.c (Compiler Driver)"/>
</p:tagLst>
</file>

<file path=ppt/tags/tag91.xml><?xml version="1.0" encoding="utf-8"?>
<p:tagLst xmlns:p="http://schemas.openxmlformats.org/presentationml/2006/main">
  <p:tag name="KSO_WM_SLIDE_TYPE" val="text"/>
  <p:tag name="KSO_WM_BEAUTIFY_FLAG" val="#wm#"/>
</p:tagLst>
</file>

<file path=ppt/tags/tag92.xml><?xml version="1.0" encoding="utf-8"?>
<p:tagLst xmlns:p="http://schemas.openxmlformats.org/presentationml/2006/main">
  <p:tag name="KSO_WM_UNIT_INDEX" val="2"/>
  <p:tag name="KSO_WM_UNIT_TEXT_SUBTYPE" val="a"/>
  <p:tag name="KSO_WM_UNIT_SUBTYPE" val="a"/>
  <p:tag name="KSO_WM_UNIT_TYPE" val="f"/>
  <p:tag name="KSO_WM_BEAUTIFY_FLAG" val="#wm#"/>
</p:tagLst>
</file>

<file path=ppt/tags/tag93.xml><?xml version="1.0" encoding="utf-8"?>
<p:tagLst xmlns:p="http://schemas.openxmlformats.org/presentationml/2006/main">
  <p:tag name="KSO_WM_UNIT_INDEX" val="1"/>
  <p:tag name="KSO_WM_UNIT_TYPE" val="a"/>
  <p:tag name="KSO_WM_BEAUTIFY_FLAG" val="#wm#"/>
  <p:tag name="KSO_WM_UNIT_TEXT" val="Example Input and Output"/>
</p:tagLst>
</file>

<file path=ppt/tags/tag94.xml><?xml version="1.0" encoding="utf-8"?>
<p:tagLst xmlns:p="http://schemas.openxmlformats.org/presentationml/2006/main">
  <p:tag name="KSO_WM_SLIDE_TYPE" val="text"/>
  <p:tag name="KSO_WM_BEAUTIFY_FLAG" val="#wm#"/>
</p:tagLst>
</file>

<file path=ppt/tags/tag95.xml><?xml version="1.0" encoding="utf-8"?>
<p:tagLst xmlns:p="http://schemas.openxmlformats.org/presentationml/2006/main">
  <p:tag name="KSO_WM_UNIT_INDEX" val="2"/>
  <p:tag name="KSO_WM_UNIT_TEXT_SUBTYPE" val="a"/>
  <p:tag name="KSO_WM_UNIT_SUBTYPE" val="a"/>
  <p:tag name="KSO_WM_UNIT_TYPE" val="f"/>
  <p:tag name="KSO_WM_BEAUTIFY_FLAG" val="#wm#"/>
</p:tagLst>
</file>

<file path=ppt/tags/tag96.xml><?xml version="1.0" encoding="utf-8"?>
<p:tagLst xmlns:p="http://schemas.openxmlformats.org/presentationml/2006/main">
  <p:tag name="KSO_WM_UNIT_INDEX" val="1"/>
  <p:tag name="KSO_WM_UNIT_TYPE" val="a"/>
  <p:tag name="KSO_WM_BEAUTIFY_FLAG" val="#wm#"/>
  <p:tag name="KSO_WM_UNIT_TEXT" val="Team Contributions"/>
</p:tagLst>
</file>

<file path=ppt/tags/tag97.xml><?xml version="1.0" encoding="utf-8"?>
<p:tagLst xmlns:p="http://schemas.openxmlformats.org/presentationml/2006/main">
  <p:tag name="KSO_WM_SLIDE_TYPE" val="text"/>
  <p:tag name="KSO_WM_BEAUTIFY_FLAG" val="#wm#"/>
</p:tagLst>
</file>

<file path=ppt/tags/tag98.xml><?xml version="1.0" encoding="utf-8"?>
<p:tagLst xmlns:p="http://schemas.openxmlformats.org/presentationml/2006/main">
  <p:tag name="KSO_WM_UNIT_INDEX" val="1"/>
  <p:tag name="KSO_WM_UNIT_TEXT_SUBTYPE" val="a"/>
  <p:tag name="KSO_WM_UNIT_SUBTYPE" val="a"/>
  <p:tag name="KSO_WM_UNIT_TYPE" val="f"/>
  <p:tag name="KSO_WM_BEAUTIFY_FLAG" val="#wm#"/>
</p:tagLst>
</file>

<file path=ppt/tags/tag99.xml><?xml version="1.0" encoding="utf-8"?>
<p:tagLst xmlns:p="http://schemas.openxmlformats.org/presentationml/2006/main">
  <p:tag name="KSO_WM_UNIT_INDEX" val="2"/>
  <p:tag name="KSO_WM_UNIT_TEXT_SUBTYPE" val="a"/>
  <p:tag name="KSO_WM_UNIT_SUBTYPE" val="a"/>
  <p:tag name="KSO_WM_UNIT_TYPE" val="f"/>
  <p:tag name="KSO_WM_BEAUTIFY_FLAG" val="#wm#"/>
</p:tagLst>
</file>

<file path=ppt/tags/tag100.xml><?xml version="1.0" encoding="utf-8"?>
<p:tagLst xmlns:p="http://schemas.openxmlformats.org/presentationml/2006/main">
  <p:tag name="KSO_WM_SLIDE_TYPE" val="text"/>
  <p:tag name="KSO_WM_BEAUTIFY_FLAG" val="#wm#"/>
</p:tagLst>
</file>

<file path=ppt/tags/tag101.xml><?xml version="1.0" encoding="utf-8"?>
<p:tagLst xmlns:p="http://schemas.openxmlformats.org/presentationml/2006/main">
  <p:tag name="KSO_WM_UNIT_INDEX" val="2"/>
  <p:tag name="KSO_WM_UNIT_TEXT_SUBTYPE" val="a"/>
  <p:tag name="KSO_WM_UNIT_SUBTYPE" val="a"/>
  <p:tag name="KSO_WM_UNIT_TYPE" val="f"/>
  <p:tag name="KSO_WM_BEAUTIFY_FLAG" val="#wm#"/>
</p:tagLst>
</file>

<file path=ppt/tags/tag102.xml><?xml version="1.0" encoding="utf-8"?>
<p:tagLst xmlns:p="http://schemas.openxmlformats.org/presentationml/2006/main">
  <p:tag name="KSO_WM_UNIT_INDEX" val="1"/>
  <p:tag name="KSO_WM_UNIT_TYPE" val="a"/>
  <p:tag name="KSO_WM_BEAUTIFY_FLAG" val="#wm#"/>
  <p:tag name="KSO_WM_UNIT_TEXT" val="Results &amp; Future Scope"/>
</p:tagLst>
</file>

<file path=ppt/tags/tag103.xml><?xml version="1.0" encoding="utf-8"?>
<p:tagLst xmlns:p="http://schemas.openxmlformats.org/presentationml/2006/main">
  <p:tag name="KSO_WM_SLIDE_TYPE" val="text"/>
  <p:tag name="KSO_WM_BEAUTIFY_FLAG" val="#wm#"/>
</p:tagLst>
</file>

<file path=ppt/tags/tag104.xml><?xml version="1.0" encoding="utf-8"?>
<p:tagLst xmlns:p="http://schemas.openxmlformats.org/presentationml/2006/main">
  <p:tag name="KSO_WM_UNIT_INDEX" val="2"/>
  <p:tag name="KSO_WM_UNIT_TEXT_SUBTYPE" val="a"/>
  <p:tag name="KSO_WM_UNIT_SUBTYPE" val="a"/>
  <p:tag name="KSO_WM_UNIT_TYPE" val="f"/>
  <p:tag name="KSO_WM_BEAUTIFY_FLAG" val="#wm#"/>
</p:tagLst>
</file>

<file path=ppt/tags/tag105.xml><?xml version="1.0" encoding="utf-8"?>
<p:tagLst xmlns:p="http://schemas.openxmlformats.org/presentationml/2006/main">
  <p:tag name="KSO_WM_UNIT_INDEX" val="1"/>
  <p:tag name="KSO_WM_UNIT_TYPE" val="a"/>
  <p:tag name="KSO_WM_BEAUTIFY_FLAG" val="#wm#"/>
  <p:tag name="KSO_WM_UNIT_TEXT" val="Problems Experienced "/>
</p:tagLst>
</file>

<file path=ppt/tags/tag106.xml><?xml version="1.0" encoding="utf-8"?>
<p:tagLst xmlns:p="http://schemas.openxmlformats.org/presentationml/2006/main">
  <p:tag name="KSO_WM_SLIDE_TYPE" val="text"/>
  <p:tag name="KSO_WM_BEAUTIFY_FLAG" val="#wm#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99CB38"/>
      </a:accent1>
      <a:accent2>
        <a:srgbClr val="63A537"/>
      </a:accent2>
      <a:accent3>
        <a:srgbClr val="E6D024"/>
      </a:accent3>
      <a:accent4>
        <a:srgbClr val="CC9700"/>
      </a:accent4>
      <a:accent5>
        <a:srgbClr val="4EB3CF"/>
      </a:accent5>
      <a:accent6>
        <a:srgbClr val="378DA6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自定义 160">
      <a:dk1>
        <a:srgbClr val="000000"/>
      </a:dk1>
      <a:lt1>
        <a:srgbClr val="FFFFFF"/>
      </a:lt1>
      <a:dk2>
        <a:srgbClr val="001548"/>
      </a:dk2>
      <a:lt2>
        <a:srgbClr val="F5F7FF"/>
      </a:lt2>
      <a:accent1>
        <a:srgbClr val="00A7FF"/>
      </a:accent1>
      <a:accent2>
        <a:srgbClr val="3386ED"/>
      </a:accent2>
      <a:accent3>
        <a:srgbClr val="33F0FF"/>
      </a:accent3>
      <a:accent4>
        <a:srgbClr val="FA406C"/>
      </a:accent4>
      <a:accent5>
        <a:srgbClr val="C933FE"/>
      </a:accent5>
      <a:accent6>
        <a:srgbClr val="FF00A7"/>
      </a:accent6>
      <a:hlink>
        <a:srgbClr val="304FFE"/>
      </a:hlink>
      <a:folHlink>
        <a:srgbClr val="492067"/>
      </a:folHlink>
    </a:clrScheme>
    <a:fontScheme name="字体-商务">
      <a:majorFont>
        <a:latin typeface="Inter Bold"/>
        <a:ea typeface="Inter Bold"/>
        <a:cs typeface=""/>
      </a:majorFont>
      <a:minorFont>
        <a:latin typeface="Inter"/>
        <a:ea typeface="Inte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noFill/>
        <a:ln w="12700">
          <a:solidFill>
            <a:schemeClr val="tx1">
              <a:alpha val="70000"/>
            </a:schemeClr>
          </a:solidFill>
          <a:prstDash val="solid"/>
        </a:ln>
      </a:spPr>
      <a:bodyPr/>
      <a:lstStyle/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TM02900720[[fn=Integral]]</Template>
  <TotalTime>0</TotalTime>
  <Words>5199</Words>
  <Application>WPS Presentation</Application>
  <PresentationFormat>On-screen Show (4:3)</PresentationFormat>
  <Paragraphs>134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16</vt:i4>
      </vt:variant>
    </vt:vector>
  </HeadingPairs>
  <TitlesOfParts>
    <vt:vector size="47" baseType="lpstr">
      <vt:lpstr>Arial</vt:lpstr>
      <vt:lpstr>SimSun</vt:lpstr>
      <vt:lpstr>Wingdings</vt:lpstr>
      <vt:lpstr>Tw Cen MT</vt:lpstr>
      <vt:lpstr>Wingdings 3</vt:lpstr>
      <vt:lpstr>Arial</vt:lpstr>
      <vt:lpstr>Symbol</vt:lpstr>
      <vt:lpstr>BankGothic Md BT</vt:lpstr>
      <vt:lpstr>Calibri</vt:lpstr>
      <vt:lpstr>Calibri-Bold</vt:lpstr>
      <vt:lpstr>AMGDT</vt:lpstr>
      <vt:lpstr>Cascadia Code SemiBold</vt:lpstr>
      <vt:lpstr>Microsoft YaHei</vt:lpstr>
      <vt:lpstr>Arial Unicode MS</vt:lpstr>
      <vt:lpstr>Tw Cen MT Condensed</vt:lpstr>
      <vt:lpstr>Calibri</vt:lpstr>
      <vt:lpstr>Inter Bold</vt:lpstr>
      <vt:lpstr>Inter</vt:lpstr>
      <vt:lpstr>Artifakt Element Black</vt:lpstr>
      <vt:lpstr>Bahnschrift</vt:lpstr>
      <vt:lpstr>Bahnschrift SemiBold Condensed</vt:lpstr>
      <vt:lpstr>Baskerville Old Face</vt:lpstr>
      <vt:lpstr>Berlin Sans FB</vt:lpstr>
      <vt:lpstr>Bauhaus 93</vt:lpstr>
      <vt:lpstr>Bell MT</vt:lpstr>
      <vt:lpstr>Bahnschrift SemiLight</vt:lpstr>
      <vt:lpstr>Bahnschrift SemiBold SemiCondensed</vt:lpstr>
      <vt:lpstr>Bahnschrift SemiBold</vt:lpstr>
      <vt:lpstr>Bahnschrift SemiLight Condensed</vt:lpstr>
      <vt:lpstr>Integral</vt:lpstr>
      <vt:lpstr>Office Theme</vt:lpstr>
      <vt:lpstr>DSL Compiler</vt:lpstr>
      <vt:lpstr>Project Overview</vt:lpstr>
      <vt:lpstr>Motivation &amp; Objective</vt:lpstr>
      <vt:lpstr>Compiler Architecture</vt:lpstr>
      <vt:lpstr>File: lexer.l (Lexical Analyser)</vt:lpstr>
      <vt:lpstr>PowerPoint 演示文稿</vt:lpstr>
      <vt:lpstr>File: parser.y (Syntax Analyser)</vt:lpstr>
      <vt:lpstr>PowerPoint 演示文稿</vt:lpstr>
      <vt:lpstr>File: codegen.c (Code Generation)</vt:lpstr>
      <vt:lpstr>File: main.c (Compiler Driver)</vt:lpstr>
      <vt:lpstr>Example Input and Output</vt:lpstr>
      <vt:lpstr>Team Contributions</vt:lpstr>
      <vt:lpstr>Results &amp; Future Scope</vt:lpstr>
      <vt:lpstr>PowerPoint 演示文稿</vt:lpstr>
      <vt:lpstr>Problems Experienced</vt:lpstr>
      <vt:lpstr>Conclusion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Umashankar Ramakrishnan</cp:lastModifiedBy>
  <cp:revision>13</cp:revision>
  <dcterms:created xsi:type="dcterms:W3CDTF">2025-11-03T19:04:00Z</dcterms:created>
  <dcterms:modified xsi:type="dcterms:W3CDTF">2025-11-05T13:53:43Z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C3F24F2C879F497EB95E74035AD5C7BB_12</vt:lpwstr>
  </property>
  <property fmtid="{D5CDD505-2E9C-101B-9397-08002B2CF9AE}" pid="3" name="KSOProductBuildVer">
    <vt:lpwstr>1033-12.2.0.23155</vt:lpwstr>
  </property>
</Properties>
</file>