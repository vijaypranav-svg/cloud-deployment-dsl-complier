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0" r:id="rId15"/>
    <p:sldId id="271" r:id="rId16"/>
    <p:sldId id="272" r:id="rId17"/>
    <p:sldId id="267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142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57250"/>
            <a:ext cx="7772400" cy="147002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Cloud Deployment DSL Compiler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53690"/>
            <a:ext cx="6400800" cy="1752600"/>
          </a:xfrm>
        </p:spPr>
        <p:txBody>
          <a:bodyPr>
            <a:noAutofit/>
          </a:bodyPr>
          <a:lstStyle/>
          <a:p>
            <a:r>
              <a:rPr sz="2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 Members: Vijay Pranav (CS23B1073) and Team</a:t>
            </a:r>
            <a:endParaRPr sz="27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sz="2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Indian Institute of Information Technology, Design and Manufacturing, Kancheepuram</a:t>
            </a:r>
            <a:endParaRPr sz="27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sz="2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Course: Compiler Design | Guide: Prof. Jagadish</a:t>
            </a:r>
            <a:endParaRPr sz="27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 Overview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Cloud Deployment DSL Compiler is a domain-specific language compiler designed to parse, analyze, and generate deployment plans for cloud infrastructure. It simplifies specifying providers, regions, services, resource requirements, and optimization goals.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Motivation &amp; Objective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cloud deployment configurations through a simple DSL.</a:t>
            </a:r>
          </a:p>
          <a:p>
            <a:r>
              <a:t>• Provide a compiler pipeline that transforms DSL scripts into optimized JSON plans.</a:t>
            </a:r>
          </a:p>
          <a:p>
            <a:r>
              <a:t>• Demonstrate compiler design principles (Lexical, Syntax, Semantic, Optimization, Codegen).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Compiler Architecture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/>
              <a:t>The compiler consists of the following stages:</a:t>
            </a:r>
            <a:endParaRPr sz="2400"/>
          </a:p>
          <a:p>
            <a:r>
              <a:rPr sz="2400"/>
              <a:t>1. Lexical Analysis – Tokenizes DSL input (lexer.l)</a:t>
            </a:r>
            <a:endParaRPr sz="2400"/>
          </a:p>
          <a:p>
            <a:r>
              <a:rPr sz="2400"/>
              <a:t>2. Syntax Analysis – Validates grammar and builds AST (parser.y)</a:t>
            </a:r>
            <a:endParaRPr sz="2400"/>
          </a:p>
          <a:p>
            <a:r>
              <a:rPr sz="2400"/>
              <a:t>3. Semantic Analysis – Constructs logical model using AST (ast.c/.h)</a:t>
            </a:r>
            <a:endParaRPr sz="2400"/>
          </a:p>
          <a:p>
            <a:r>
              <a:rPr sz="2400"/>
              <a:t>4. Optimization – Refines deployment based on constraints (optimizer.c)</a:t>
            </a:r>
            <a:endParaRPr sz="2400"/>
          </a:p>
          <a:p>
            <a:r>
              <a:rPr sz="2400"/>
              <a:t>5. Code Generation – Outputs optimized JSON plan (codegen.c)</a:t>
            </a:r>
            <a:endParaRPr sz="2400"/>
          </a:p>
          <a:p>
            <a:r>
              <a:rPr sz="2400"/>
              <a:t>6. Execution Control – Handles file I/O and compiler flow (main.c)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File: lexer.l (Lexical Analyzer)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Uses Flex to scan and convert input text into tokens.</a:t>
            </a:r>
          </a:p>
          <a:p>
            <a:pPr marL="0" indent="0">
              <a:buNone/>
            </a:pPr>
            <a:r>
              <a:t>• Recognizes keywords such as DEPLOYMENT, PROVIDER, REGION, SERVICE, etc.</a:t>
            </a:r>
          </a:p>
          <a:p>
            <a:pPr marL="0" indent="0">
              <a:buNone/>
            </a:pPr>
            <a:r>
              <a:t>• Handles identifiers, numbers, and string literals.</a:t>
            </a:r>
          </a:p>
          <a:p>
            <a:pPr marL="0" indent="0">
              <a:buNone/>
            </a:pPr>
            <a:r>
              <a:t>• Passes tokens to Yacc parser with semantic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File: parser.y (Syntax Analyzer)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Defines grammar for the Cloud DSL using Yacc.</a:t>
            </a:r>
          </a:p>
          <a:p>
            <a:pPr marL="0" indent="0">
              <a:buNone/>
            </a:pPr>
            <a:r>
              <a:t>• Parses tokens into structured Abstract Syntax Tree (AST).</a:t>
            </a:r>
          </a:p>
          <a:p>
            <a:pPr marL="0" indent="0">
              <a:buNone/>
            </a:pPr>
            <a:r>
              <a:t>• Manages hierarchical constructs like DEPLOYMENT, SERVICE, and OPTIMIZE blocks.</a:t>
            </a:r>
          </a:p>
          <a:p>
            <a:pPr marL="0" indent="0">
              <a:buNone/>
            </a:pPr>
            <a:r>
              <a:t>• Calls AST construction functions defined in ast.c.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Files: ast.c / ast.h (AST Management)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Defines C structures for Deployment, Service, Constraint, and Environment.</a:t>
            </a:r>
          </a:p>
          <a:p>
            <a:pPr marL="0" indent="0">
              <a:buNone/>
            </a:pPr>
            <a:r>
              <a:t>• Provides helper functions to create, connect, and print AST nodes.</a:t>
            </a:r>
          </a:p>
          <a:p>
            <a:pPr marL="0" indent="0">
              <a:buNone/>
            </a:pPr>
            <a:r>
              <a:t>• Manages dynamic memory allocation and relationships between deployment components.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File: optimizer.c (Optimization Phase)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Analyzes constraints (cost, latency) and adjusts deployment parameters.</a:t>
            </a:r>
          </a:p>
          <a:p>
            <a:pPr marL="0" indent="0">
              <a:buNone/>
            </a:pPr>
            <a:r>
              <a:t>• Example: increases service replicas to reduce latency while staying within cost limits.</a:t>
            </a:r>
          </a:p>
          <a:p>
            <a:pPr marL="0" indent="0">
              <a:buNone/>
            </a:pPr>
            <a:r>
              <a:t>• Demonstrates compiler optimization phase.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File: codegen.c (Code Generation)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Generates JSON deployment plan from optimized AST.</a:t>
            </a:r>
          </a:p>
          <a:p>
            <a:pPr marL="0" indent="0">
              <a:buNone/>
            </a:pPr>
            <a:r>
              <a:t>• Converts internal data structures into structured JSON.</a:t>
            </a:r>
          </a:p>
          <a:p>
            <a:pPr marL="0" indent="0">
              <a:buNone/>
            </a:pPr>
            <a:r>
              <a:t>• Handles formatting and ensures readable, valid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File: main.c (Compiler Driver)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Acts as the entry point of the compiler.</a:t>
            </a:r>
          </a:p>
          <a:p>
            <a:pPr marL="0" indent="0">
              <a:buNone/>
            </a:pPr>
            <a:r>
              <a:t>• Opens input .ddl file and invokes lexer, parser, optimizer, and code generator.</a:t>
            </a:r>
          </a:p>
          <a:p>
            <a:pPr marL="0" indent="0">
              <a:buNone/>
            </a:pPr>
            <a:r>
              <a:t>• Outputs final deployment plan to terminal or JSON 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 Input and Output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400"/>
              <a:t>Input DSL (sample_env.ddl):</a:t>
            </a:r>
            <a:endParaRPr sz="1400"/>
          </a:p>
          <a:p>
            <a:r>
              <a:rPr sz="1400"/>
              <a:t>DEPLOYMENT MyApp {</a:t>
            </a:r>
            <a:endParaRPr sz="1400"/>
          </a:p>
          <a:p>
            <a:r>
              <a:rPr sz="1400"/>
              <a:t>  PROVIDER aws;</a:t>
            </a:r>
            <a:endParaRPr sz="1400"/>
          </a:p>
          <a:p>
            <a:r>
              <a:rPr sz="1400"/>
              <a:t>  REGION us-east-1;</a:t>
            </a:r>
            <a:endParaRPr sz="1400"/>
          </a:p>
          <a:p>
            <a:r>
              <a:rPr sz="1400"/>
              <a:t>  SERVICE web {</a:t>
            </a:r>
            <a:endParaRPr sz="1400"/>
          </a:p>
          <a:p>
            <a:r>
              <a:rPr sz="1400"/>
              <a:t>    IMAGE "nginx:latest";</a:t>
            </a:r>
            <a:endParaRPr sz="1400"/>
          </a:p>
          <a:p>
            <a:r>
              <a:rPr sz="1400"/>
              <a:t>    CPU 2;</a:t>
            </a:r>
            <a:endParaRPr sz="1400"/>
          </a:p>
          <a:p>
            <a:r>
              <a:rPr sz="1400"/>
              <a:t>    MEM 1024;</a:t>
            </a:r>
            <a:endParaRPr sz="1400"/>
          </a:p>
          <a:p>
            <a:r>
              <a:rPr sz="1400"/>
              <a:t>    REPLICAS 2;</a:t>
            </a:r>
            <a:endParaRPr sz="1400"/>
          </a:p>
          <a:p>
            <a:r>
              <a:rPr sz="1400"/>
              <a:t>  };</a:t>
            </a:r>
            <a:endParaRPr sz="1400"/>
          </a:p>
          <a:p>
            <a:r>
              <a:rPr sz="1400"/>
              <a:t>  OPTIMIZE { COST 500; LATENCY 80; };</a:t>
            </a:r>
            <a:endParaRPr sz="1400"/>
          </a:p>
          <a:p>
            <a:r>
              <a:rPr sz="1400"/>
              <a:t>}</a:t>
            </a:r>
            <a:endParaRPr sz="1400"/>
          </a:p>
          <a:p>
            <a:endParaRPr sz="1400"/>
          </a:p>
          <a:p>
            <a:r>
              <a:rPr sz="1400"/>
              <a:t>Output JSON:</a:t>
            </a:r>
            <a:endParaRPr sz="1400"/>
          </a:p>
          <a:p>
            <a:r>
              <a:rPr sz="1400"/>
              <a:t>{</a:t>
            </a:r>
            <a:endParaRPr sz="1400"/>
          </a:p>
          <a:p>
            <a:r>
              <a:rPr sz="1400"/>
              <a:t>  "deployment": "MyApp", "provider": "aws", "region": "us-east-1", ...</a:t>
            </a:r>
            <a:endParaRPr sz="1400"/>
          </a:p>
          <a:p>
            <a:r>
              <a:rPr sz="1400"/>
              <a:t>}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Results &amp; Future Scope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520" y="1288415"/>
            <a:ext cx="8229600" cy="4525963"/>
          </a:xfrm>
        </p:spPr>
        <p:txBody>
          <a:bodyPr/>
          <a:lstStyle/>
          <a:p>
            <a:r>
              <a:rPr sz="2400"/>
              <a:t>Results:</a:t>
            </a:r>
            <a:endParaRPr sz="2400"/>
          </a:p>
          <a:p>
            <a:pPr marL="0" indent="0">
              <a:buNone/>
            </a:pPr>
            <a:r>
              <a:rPr sz="2400"/>
              <a:t>• Successfully parses DSL and generates JSON plans.</a:t>
            </a:r>
            <a:endParaRPr sz="2400"/>
          </a:p>
          <a:p>
            <a:pPr marL="0" indent="0">
              <a:buNone/>
            </a:pPr>
            <a:r>
              <a:rPr sz="2400"/>
              <a:t>• Implements core compiler phases.</a:t>
            </a:r>
            <a:endParaRPr sz="2400"/>
          </a:p>
          <a:p>
            <a:endParaRPr sz="2400"/>
          </a:p>
          <a:p>
            <a:r>
              <a:rPr sz="2400"/>
              <a:t>Future Enhancements:</a:t>
            </a:r>
            <a:endParaRPr sz="2400"/>
          </a:p>
          <a:p>
            <a:pPr marL="0" indent="0">
              <a:buNone/>
            </a:pPr>
            <a:r>
              <a:rPr sz="2400"/>
              <a:t>• Add more keywords (SECURITY, STORAGE, NETWORK).</a:t>
            </a:r>
            <a:endParaRPr sz="2400"/>
          </a:p>
          <a:p>
            <a:pPr marL="0" indent="0">
              <a:buNone/>
            </a:pPr>
            <a:r>
              <a:rPr sz="2400"/>
              <a:t>• Provide GUI front-end for DSL input.</a:t>
            </a:r>
            <a:endParaRPr sz="2400"/>
          </a:p>
          <a:p>
            <a:pPr marL="0" indent="0">
              <a:buNone/>
            </a:pPr>
            <a:r>
              <a:rPr sz="2400"/>
              <a:t>• Enable real cloud API integration (AWS, Azure).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Motivation</a:t>
            </a:r>
            <a:endParaRPr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800" dirty="0"/>
              <a:t>• Cloud deployment automation is complex and error-prone when done manually.</a:t>
            </a:r>
            <a:endParaRPr sz="2800" dirty="0"/>
          </a:p>
          <a:p>
            <a:pPr marL="0" indent="0">
              <a:buNone/>
            </a:pPr>
            <a:r>
              <a:rPr sz="2800" dirty="0"/>
              <a:t>• Tools like Terraform and CloudFormation are powerful but verbose.</a:t>
            </a:r>
            <a:endParaRPr sz="2800" dirty="0"/>
          </a:p>
          <a:p>
            <a:pPr marL="0" indent="0">
              <a:buNone/>
            </a:pPr>
            <a:r>
              <a:rPr sz="2800" dirty="0"/>
              <a:t>• This project demonstrates a simplified Domain Specific Language (DSL) for cloud deployment.</a:t>
            </a:r>
            <a:endParaRPr sz="2800" dirty="0"/>
          </a:p>
          <a:p>
            <a:pPr marL="0" indent="0">
              <a:buNone/>
            </a:pPr>
            <a:r>
              <a:rPr sz="2800" dirty="0"/>
              <a:t>• The DSL aims to make infrastructure definition intuitive and compiler-driven.</a:t>
            </a:r>
            <a:endParaRPr sz="2800" dirty="0"/>
          </a:p>
          <a:p>
            <a:pPr marL="0" indent="0">
              <a:buNone/>
            </a:pPr>
            <a:r>
              <a:rPr sz="2800" dirty="0"/>
              <a:t>• Demonstrates compiler design concepts in a real-world context.</a:t>
            </a:r>
            <a:endParaRPr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Work Done</a:t>
            </a:r>
            <a:endParaRPr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904" y="141763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• Lexical Analysis (</a:t>
            </a:r>
            <a:r>
              <a:rPr sz="2400" dirty="0" err="1"/>
              <a:t>lexer.l</a:t>
            </a:r>
            <a:r>
              <a:rPr sz="2400" dirty="0"/>
              <a:t>): Implemented token recognition for all keywords and identifiers.</a:t>
            </a:r>
            <a:endParaRPr sz="2400" dirty="0"/>
          </a:p>
          <a:p>
            <a:pPr marL="0" indent="0">
              <a:buNone/>
            </a:pPr>
            <a:r>
              <a:rPr sz="2400" dirty="0"/>
              <a:t>• Syntax Analysis (</a:t>
            </a:r>
            <a:r>
              <a:rPr sz="2400" dirty="0" err="1"/>
              <a:t>parser.y</a:t>
            </a:r>
            <a:r>
              <a:rPr sz="2400" dirty="0"/>
              <a:t>): Defined grammar rules for deployment/service structures.</a:t>
            </a:r>
            <a:endParaRPr sz="2400" dirty="0"/>
          </a:p>
          <a:p>
            <a:pPr marL="0" indent="0">
              <a:buNone/>
            </a:pPr>
            <a:r>
              <a:rPr sz="2400" dirty="0"/>
              <a:t>• AST Construction (</a:t>
            </a:r>
            <a:r>
              <a:rPr sz="2400" dirty="0" err="1"/>
              <a:t>ast.c</a:t>
            </a:r>
            <a:r>
              <a:rPr sz="2400" dirty="0"/>
              <a:t>/h): Built Abstract Syntax Tree representing the DSL.</a:t>
            </a:r>
            <a:endParaRPr sz="2400" dirty="0"/>
          </a:p>
          <a:p>
            <a:pPr marL="0" indent="0">
              <a:buNone/>
            </a:pPr>
            <a:r>
              <a:rPr sz="2400" dirty="0"/>
              <a:t>• Optimization (</a:t>
            </a:r>
            <a:r>
              <a:rPr sz="2400" dirty="0" err="1"/>
              <a:t>optimizer.c</a:t>
            </a:r>
            <a:r>
              <a:rPr sz="2400" dirty="0"/>
              <a:t>): Optimized resource allocation based on constraints.</a:t>
            </a:r>
            <a:endParaRPr sz="2400" dirty="0"/>
          </a:p>
          <a:p>
            <a:pPr marL="0" indent="0">
              <a:buNone/>
            </a:pPr>
            <a:r>
              <a:rPr sz="2400" dirty="0"/>
              <a:t>• Code Generation (</a:t>
            </a:r>
            <a:r>
              <a:rPr sz="2400" dirty="0" err="1"/>
              <a:t>codegen.c</a:t>
            </a:r>
            <a:r>
              <a:rPr sz="2400" dirty="0"/>
              <a:t>): Generated JSON deployment plans.</a:t>
            </a:r>
            <a:endParaRPr sz="2400" dirty="0"/>
          </a:p>
          <a:p>
            <a:pPr marL="0" indent="0">
              <a:buNone/>
            </a:pPr>
            <a:r>
              <a:rPr sz="2400" dirty="0"/>
              <a:t>• Integration &amp; Testing: Combined and validated all compiler stages with test cases.</a:t>
            </a: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Problems Faced</a:t>
            </a:r>
            <a:endParaRPr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800" dirty="0"/>
              <a:t>• Parser Conflicts: Issues with nested constructs and new tokens.</a:t>
            </a:r>
            <a:endParaRPr sz="2800" dirty="0"/>
          </a:p>
          <a:p>
            <a:pPr marL="0" indent="0">
              <a:buNone/>
            </a:pPr>
            <a:r>
              <a:rPr sz="2800" dirty="0"/>
              <a:t>• Linking Errors: Functions not recognized due to header mismatches.</a:t>
            </a:r>
            <a:endParaRPr sz="2800" dirty="0"/>
          </a:p>
          <a:p>
            <a:pPr marL="0" indent="0">
              <a:buNone/>
            </a:pPr>
            <a:r>
              <a:rPr sz="2800" dirty="0"/>
              <a:t>• Syntax Errors: Case sensitivity issues during lexical analysis.</a:t>
            </a:r>
            <a:endParaRPr sz="2800" dirty="0"/>
          </a:p>
          <a:p>
            <a:pPr marL="0" indent="0">
              <a:buNone/>
            </a:pPr>
            <a:r>
              <a:rPr sz="2800" dirty="0"/>
              <a:t>• Semantic Ambiguities: Linking between services and constraints.</a:t>
            </a:r>
            <a:endParaRPr sz="2800" dirty="0"/>
          </a:p>
          <a:p>
            <a:pPr marL="0" indent="0">
              <a:buNone/>
            </a:pPr>
            <a:r>
              <a:rPr sz="2800" dirty="0"/>
              <a:t>• Debugging: Required detailed tracing and use of GDB for parser debugging.</a:t>
            </a:r>
            <a:endParaRPr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 Contributions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Vijay Pranav – Grammar design, parser, integration, </a:t>
            </a:r>
            <a:r>
              <a:rPr>
                <a:sym typeface="+mn-ea"/>
              </a:rPr>
              <a:t>AST </a:t>
            </a:r>
            <a:r>
              <a:rPr lang="en-US">
                <a:sym typeface="+mn-ea"/>
              </a:rPr>
              <a:t>.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t>• Member 2 – , token definitions, debugging</a:t>
            </a:r>
            <a:r>
              <a:rPr lang="en-US"/>
              <a:t>,</a:t>
            </a:r>
            <a:r>
              <a:rPr>
                <a:sym typeface="+mn-ea"/>
              </a:rPr>
              <a:t>testing.</a:t>
            </a:r>
            <a:endParaRPr>
              <a:sym typeface="+mn-ea"/>
            </a:endParaRPr>
          </a:p>
          <a:p>
            <a:pPr marL="0" indent="0">
              <a:buNone/>
            </a:pPr>
            <a:r>
              <a:t>• Member 3 – </a:t>
            </a:r>
            <a:r>
              <a:rPr>
                <a:sym typeface="+mn-ea"/>
              </a:rPr>
              <a:t>Lexical analyzer</a:t>
            </a:r>
            <a:r>
              <a:rPr lang="en-US">
                <a:sym typeface="+mn-ea"/>
              </a:rPr>
              <a:t> </a:t>
            </a:r>
            <a:r>
              <a:t>and optimization logic.</a:t>
            </a:r>
          </a:p>
          <a:p>
            <a:pPr marL="0" indent="0">
              <a:buNone/>
            </a:pPr>
            <a:r>
              <a:t>• Member 4 – Code generation and final report preparation.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compiler design concepts can be applied to real-world automation. It transforms a high-level deployment description language into a structured, optimized plan, bridging the gap between human-readable scripts and machine-deployable configurations.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4977</Words>
  <Application>WPS Presentation</Application>
  <PresentationFormat>On-screen Show (4:3)</PresentationFormat>
  <Paragraphs>131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Cloud Deployment DSL Compiler</vt:lpstr>
      <vt:lpstr>Project Overview</vt:lpstr>
      <vt:lpstr>Motivation &amp; Objective</vt:lpstr>
      <vt:lpstr>Compiler Architecture</vt:lpstr>
      <vt:lpstr>File: lexer.l (Lexical Analyzer)</vt:lpstr>
      <vt:lpstr>File: parser.y (Syntax Analyzer)</vt:lpstr>
      <vt:lpstr>Files: ast.c / ast.h (AST Management)</vt:lpstr>
      <vt:lpstr>File: optimizer.c (Optimization Phase)</vt:lpstr>
      <vt:lpstr>File: codegen.c (Code Generation)</vt:lpstr>
      <vt:lpstr>File: main.c (Compiler Driver)</vt:lpstr>
      <vt:lpstr>Example Input and Output</vt:lpstr>
      <vt:lpstr>Results &amp; Future Scope</vt:lpstr>
      <vt:lpstr>Motivation</vt:lpstr>
      <vt:lpstr>Work Done</vt:lpstr>
      <vt:lpstr>Problems Faced</vt:lpstr>
      <vt:lpstr>Team Contributions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Umashankar Ramakrishnan</cp:lastModifiedBy>
  <cp:revision>4</cp:revision>
  <dcterms:created xsi:type="dcterms:W3CDTF">2013-01-27T09:14:00Z</dcterms:created>
  <dcterms:modified xsi:type="dcterms:W3CDTF">2025-11-03T10:17:54Z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E5333A1F6C0740088E5BF02FF04E035F_12</vt:lpwstr>
  </property>
  <property fmtid="{D5CDD505-2E9C-101B-9397-08002B2CF9AE}" pid="3" name="KSOProductBuildVer">
    <vt:lpwstr>1033-12.2.0.23155</vt:lpwstr>
  </property>
</Properties>
</file>